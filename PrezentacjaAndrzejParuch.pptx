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48904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98449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90055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72449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85771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48448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62493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517613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19003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raz panoramiczny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40357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ytuł i po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64508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erta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775257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a naz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197154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a nazwy cytat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978634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awda lub fał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068391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187842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10828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634421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A40538-3C91-0285-6403-008E9845EB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3764" y="609601"/>
            <a:ext cx="11645153" cy="2250140"/>
          </a:xfrm>
        </p:spPr>
        <p:txBody>
          <a:bodyPr>
            <a:normAutofit/>
          </a:bodyPr>
          <a:lstStyle/>
          <a:p>
            <a:pPr algn="just"/>
            <a:r>
              <a:rPr lang="pl-PL" sz="3600" dirty="0"/>
              <a:t>System dekoracji wnętrz z wykorzystaniem technologii wirtualnej rzeczywistości (VR)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E745161-37A2-B311-6EF3-6BEF01FEB9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pl-PL" dirty="0"/>
              <a:t>Autor: Andrzej </a:t>
            </a:r>
            <a:r>
              <a:rPr lang="pl-PL" dirty="0" err="1"/>
              <a:t>Paruch</a:t>
            </a:r>
            <a:endParaRPr lang="pl-PL" dirty="0"/>
          </a:p>
          <a:p>
            <a:pPr algn="r"/>
            <a:r>
              <a:rPr lang="pl-PL" dirty="0"/>
              <a:t>Nr indeksu: 136606</a:t>
            </a:r>
          </a:p>
          <a:p>
            <a:pPr algn="r"/>
            <a:r>
              <a:rPr lang="pl-PL" dirty="0"/>
              <a:t>Promotor: </a:t>
            </a:r>
            <a:r>
              <a:rPr lang="de-DE" dirty="0" err="1"/>
              <a:t>dr</a:t>
            </a:r>
            <a:r>
              <a:rPr lang="de-DE" dirty="0"/>
              <a:t> hab. </a:t>
            </a:r>
            <a:r>
              <a:rPr lang="de-DE" dirty="0" err="1"/>
              <a:t>inż</a:t>
            </a:r>
            <a:r>
              <a:rPr lang="de-DE" dirty="0"/>
              <a:t>. prof. </a:t>
            </a:r>
            <a:r>
              <a:rPr lang="de-DE" dirty="0" err="1"/>
              <a:t>PCz</a:t>
            </a:r>
            <a:r>
              <a:rPr lang="pl-PL" dirty="0"/>
              <a:t> Krystian Łapa</a:t>
            </a:r>
          </a:p>
        </p:txBody>
      </p:sp>
    </p:spTree>
    <p:extLst>
      <p:ext uri="{BB962C8B-B14F-4D97-AF65-F5344CB8AC3E}">
        <p14:creationId xmlns:p14="http://schemas.microsoft.com/office/powerpoint/2010/main" val="1734390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5D3C0E-076B-3A57-7825-4D74952B4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/>
          <a:lstStyle/>
          <a:p>
            <a:r>
              <a:rPr lang="pl-PL" dirty="0"/>
              <a:t>Wstęp – Dekoracja Wnętrz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1C283A6-727F-B5EB-5A2D-06AD50C05D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r>
              <a:rPr lang="pl-PL" sz="1400" dirty="0"/>
              <a:t>Program do projektowania wnętrz to narzędzie do wizualizacji i aranżacji pomieszczeń w 3D i 2D. Za pomocą takich aplikacji można zaplanować układ pomieszczenia, mebli, czy ścian. Są bardzo pomocne przy planowaniu remontów, czy budowy domu. Ich wielką zaletą jest dokładność i precyzja wizualizacji, która pozwala na dokładne odwzorowanie rzeczywistości. Oferują dużą funkcjonalność i sporą bazę gotowych rozwiązań, aczkolwiek przez to ich obsługa jest skomplikowana i wymagająca wielogodzinnej nauki.</a:t>
            </a:r>
          </a:p>
          <a:p>
            <a:pPr marL="0" indent="0">
              <a:buNone/>
            </a:pPr>
            <a:r>
              <a:rPr lang="pl-PL" sz="1400" dirty="0"/>
              <a:t>Porównania podobnych rozwiązań: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95B1D090-ACAB-9825-85C3-B534E9DAFD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6157294"/>
              </p:ext>
            </p:extLst>
          </p:nvPr>
        </p:nvGraphicFramePr>
        <p:xfrm>
          <a:off x="251012" y="2680447"/>
          <a:ext cx="11591362" cy="399909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17238">
                  <a:extLst>
                    <a:ext uri="{9D8B030D-6E8A-4147-A177-3AD203B41FA5}">
                      <a16:colId xmlns:a16="http://schemas.microsoft.com/office/drawing/2014/main" val="121564756"/>
                    </a:ext>
                  </a:extLst>
                </a:gridCol>
                <a:gridCol w="2318531">
                  <a:extLst>
                    <a:ext uri="{9D8B030D-6E8A-4147-A177-3AD203B41FA5}">
                      <a16:colId xmlns:a16="http://schemas.microsoft.com/office/drawing/2014/main" val="1898770979"/>
                    </a:ext>
                  </a:extLst>
                </a:gridCol>
                <a:gridCol w="2318531">
                  <a:extLst>
                    <a:ext uri="{9D8B030D-6E8A-4147-A177-3AD203B41FA5}">
                      <a16:colId xmlns:a16="http://schemas.microsoft.com/office/drawing/2014/main" val="467455197"/>
                    </a:ext>
                  </a:extLst>
                </a:gridCol>
                <a:gridCol w="2318531">
                  <a:extLst>
                    <a:ext uri="{9D8B030D-6E8A-4147-A177-3AD203B41FA5}">
                      <a16:colId xmlns:a16="http://schemas.microsoft.com/office/drawing/2014/main" val="2165750682"/>
                    </a:ext>
                  </a:extLst>
                </a:gridCol>
                <a:gridCol w="2318531">
                  <a:extLst>
                    <a:ext uri="{9D8B030D-6E8A-4147-A177-3AD203B41FA5}">
                      <a16:colId xmlns:a16="http://schemas.microsoft.com/office/drawing/2014/main" val="4036706159"/>
                    </a:ext>
                  </a:extLst>
                </a:gridCol>
              </a:tblGrid>
              <a:tr h="229505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Nazwa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Forma płatności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Cena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Forma Wizualizacji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Oferowane Usługi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3723430035"/>
                  </a:ext>
                </a:extLst>
              </a:tr>
              <a:tr h="75391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Homestyler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Abonament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Darmowy/$19.6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2D/3D/VR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Duża baza mebli, Konwertowanie planow 2D na 3D, Prezentacja VR, Moduł AI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2098198958"/>
                  </a:ext>
                </a:extLst>
              </a:tr>
              <a:tr h="75391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Sweet Home 3D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-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Darmowy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2D/3D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Spora biblioteka mebli, możliwość tworzenia własnych wtyczek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1369130517"/>
                  </a:ext>
                </a:extLst>
              </a:tr>
              <a:tr h="101605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Sketch Up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Zakup licencji na rok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1 786,73 zł-5 136 zł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2D/3D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Baza gotowych modeli, Tworzenie modeli w oparciu o zdjęcia, Baza wtyczek do programu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3768092719"/>
                  </a:ext>
                </a:extLst>
              </a:tr>
              <a:tr h="75391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Live Home 3D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Zakup Jednorazowy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Darmowy/$99.99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2D/3D</a:t>
                      </a: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Baza gotowych modeli, importowanie własnych modeli, Dostępne na urządzenia mobilne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2407908265"/>
                  </a:ext>
                </a:extLst>
              </a:tr>
              <a:tr h="49177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p.Con planner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Zakup Jednorazowy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Darmowy/19 999 zl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2D/3D/VR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Baza gotowych modeli, Wtyczka VR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3872065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4340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95AA1-20F1-C00D-89C8-8B03690B0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864EDC4-F17F-2865-AC10-6C1BA8006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/>
          <a:lstStyle/>
          <a:p>
            <a:r>
              <a:rPr lang="pl-PL" dirty="0"/>
              <a:t>Wstęp – Wirtualna rzeczywistość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D179727-D455-3887-E97B-7DCE0D82CB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r>
              <a:rPr lang="pl-PL" sz="1400" dirty="0"/>
              <a:t>Program do projektowania wnętrz to narzędzie do wizualizacji i aranżacji pomieszczeń w 3D i 2D. Za pomocą takich aplikacji można zaplanować układ pomieszczenia, mebli, czy ścian. Są bardzo pomocne przy planowaniu remontów, czy budowy domu. Ich wielką zaletą jest dokładność i precyzja wizualizacji, która pozwala na dokładne odwzorowanie rzeczywistości. Oferują dużą funkcjonalność i sporą bazę gotowych rozwiązań, aczkolwiek przez to ich obsługa jest skomplikowana i wymagająca wielogodzinnej nauki.</a:t>
            </a:r>
          </a:p>
          <a:p>
            <a:pPr marL="0" indent="0">
              <a:buNone/>
            </a:pPr>
            <a:r>
              <a:rPr lang="pl-PL" sz="1400" dirty="0"/>
              <a:t>Porównania podobnych rozwiązań: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01653780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iatka">
  <a:themeElements>
    <a:clrScheme name="Siatka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Siatka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iatk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TM03457485[[fn=Siatka]]</Template>
  <TotalTime>41</TotalTime>
  <Words>326</Words>
  <Application>Microsoft Office PowerPoint</Application>
  <PresentationFormat>Panoramiczny</PresentationFormat>
  <Paragraphs>54</Paragraphs>
  <Slides>3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</vt:i4>
      </vt:variant>
    </vt:vector>
  </HeadingPairs>
  <TitlesOfParts>
    <vt:vector size="6" baseType="lpstr">
      <vt:lpstr>Arial</vt:lpstr>
      <vt:lpstr>Century Gothic</vt:lpstr>
      <vt:lpstr>Siatka</vt:lpstr>
      <vt:lpstr>System dekoracji wnętrz z wykorzystaniem technologii wirtualnej rzeczywistości (VR)</vt:lpstr>
      <vt:lpstr>Wstęp – Dekoracja Wnętrz</vt:lpstr>
      <vt:lpstr>Wstęp – Wirtualna rzeczywistość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GlitchedGuest Computer</dc:creator>
  <cp:lastModifiedBy>GlitchedGuest Computer</cp:lastModifiedBy>
  <cp:revision>7</cp:revision>
  <dcterms:created xsi:type="dcterms:W3CDTF">2025-11-25T14:03:19Z</dcterms:created>
  <dcterms:modified xsi:type="dcterms:W3CDTF">2025-11-25T14:47:19Z</dcterms:modified>
</cp:coreProperties>
</file>