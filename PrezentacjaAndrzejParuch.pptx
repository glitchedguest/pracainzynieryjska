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8904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8449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005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7244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5771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844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249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761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00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0357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6450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7525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9715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 cyta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978634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wda lub fał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6839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8784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10828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634421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40538-3C91-0285-6403-008E9845E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764" y="609601"/>
            <a:ext cx="11645153" cy="2250140"/>
          </a:xfrm>
        </p:spPr>
        <p:txBody>
          <a:bodyPr>
            <a:normAutofit/>
          </a:bodyPr>
          <a:lstStyle/>
          <a:p>
            <a:pPr algn="just"/>
            <a:r>
              <a:rPr lang="pl-PL" sz="3600" dirty="0"/>
              <a:t>System dekoracji wnętrz z wykorzystaniem technologii wirtualnej rzeczywistości (VR)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E745161-37A2-B311-6EF3-6BEF01FEB9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pl-PL" dirty="0"/>
              <a:t>Autor: Andrzej </a:t>
            </a:r>
            <a:r>
              <a:rPr lang="pl-PL" dirty="0" err="1"/>
              <a:t>Paruch</a:t>
            </a:r>
            <a:endParaRPr lang="pl-PL" dirty="0"/>
          </a:p>
          <a:p>
            <a:pPr algn="r"/>
            <a:r>
              <a:rPr lang="pl-PL" dirty="0"/>
              <a:t>Nr indeksu: 136606</a:t>
            </a:r>
          </a:p>
          <a:p>
            <a:pPr algn="r"/>
            <a:r>
              <a:rPr lang="pl-PL" dirty="0"/>
              <a:t>Promotor: </a:t>
            </a:r>
            <a:r>
              <a:rPr lang="de-DE" dirty="0" err="1"/>
              <a:t>dr</a:t>
            </a:r>
            <a:r>
              <a:rPr lang="de-DE" dirty="0"/>
              <a:t> hab. </a:t>
            </a:r>
            <a:r>
              <a:rPr lang="de-DE" dirty="0" err="1"/>
              <a:t>inż</a:t>
            </a:r>
            <a:r>
              <a:rPr lang="de-DE" dirty="0"/>
              <a:t>. prof. </a:t>
            </a:r>
            <a:r>
              <a:rPr lang="de-DE" dirty="0" err="1"/>
              <a:t>PCz</a:t>
            </a:r>
            <a:r>
              <a:rPr lang="pl-PL" dirty="0"/>
              <a:t> Krystian Łapa</a:t>
            </a:r>
          </a:p>
        </p:txBody>
      </p:sp>
    </p:spTree>
    <p:extLst>
      <p:ext uri="{BB962C8B-B14F-4D97-AF65-F5344CB8AC3E}">
        <p14:creationId xmlns:p14="http://schemas.microsoft.com/office/powerpoint/2010/main" val="1734390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5D3C0E-076B-3A57-7825-4D74952B4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Dekoracja Wnętrz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1C283A6-727F-B5EB-5A2D-06AD50C0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Program do projektowania wnętrz to narzędzie do wizualizacji i aranżacji pomieszczeń w 3D i 2D. Za pomocą takich aplikacji można zaplanować układ pomieszczenia, mebli, </a:t>
            </a:r>
            <a:r>
              <a:rPr lang="pl-PL"/>
              <a:t>czy ścian.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343400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iatka">
  <a:themeElements>
    <a:clrScheme name="Siatk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iatk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iatk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TM03457485[[fn=Siatka]]</Template>
  <TotalTime>22</TotalTime>
  <Words>65</Words>
  <Application>Microsoft Office PowerPoint</Application>
  <PresentationFormat>Panoramiczny</PresentationFormat>
  <Paragraphs>6</Paragraphs>
  <Slides>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</vt:i4>
      </vt:variant>
    </vt:vector>
  </HeadingPairs>
  <TitlesOfParts>
    <vt:vector size="5" baseType="lpstr">
      <vt:lpstr>Arial</vt:lpstr>
      <vt:lpstr>Century Gothic</vt:lpstr>
      <vt:lpstr>Siatka</vt:lpstr>
      <vt:lpstr>System dekoracji wnętrz z wykorzystaniem technologii wirtualnej rzeczywistości (VR)</vt:lpstr>
      <vt:lpstr>Wstęp – Dekoracja Wnętrz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GlitchedGuest Computer</dc:creator>
  <cp:lastModifiedBy>GlitchedGuest Computer</cp:lastModifiedBy>
  <cp:revision>3</cp:revision>
  <dcterms:created xsi:type="dcterms:W3CDTF">2025-11-25T14:03:19Z</dcterms:created>
  <dcterms:modified xsi:type="dcterms:W3CDTF">2025-11-25T14:26:13Z</dcterms:modified>
</cp:coreProperties>
</file>