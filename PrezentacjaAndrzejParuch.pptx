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97" r:id="rId1"/>
  </p:sldMasterIdLst>
  <p:sldIdLst>
    <p:sldId id="256" r:id="rId2"/>
    <p:sldId id="257" r:id="rId3"/>
    <p:sldId id="258" r:id="rId4"/>
    <p:sldId id="259" r:id="rId5"/>
    <p:sldId id="260" r:id="rId6"/>
    <p:sldId id="269" r:id="rId7"/>
    <p:sldId id="263" r:id="rId8"/>
    <p:sldId id="261" r:id="rId9"/>
    <p:sldId id="262" r:id="rId10"/>
    <p:sldId id="264" r:id="rId11"/>
    <p:sldId id="265" r:id="rId12"/>
    <p:sldId id="266" r:id="rId13"/>
    <p:sldId id="267" r:id="rId14"/>
    <p:sldId id="268"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yl pośredni 2 — Ak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94660"/>
  </p:normalViewPr>
  <p:slideViewPr>
    <p:cSldViewPr snapToGrid="0">
      <p:cViewPr varScale="1">
        <p:scale>
          <a:sx n="107" d="100"/>
          <a:sy n="107" d="100"/>
        </p:scale>
        <p:origin x="696"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Slajd tytułowy">
    <p:bg>
      <p:bgPr>
        <a:solidFill>
          <a:schemeClr val="bg2">
            <a:lumMod val="75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261872" y="758952"/>
            <a:ext cx="9418320" cy="4041648"/>
          </a:xfrm>
        </p:spPr>
        <p:txBody>
          <a:bodyPr anchor="b">
            <a:normAutofit/>
          </a:bodyPr>
          <a:lstStyle>
            <a:lvl1pPr algn="l">
              <a:lnSpc>
                <a:spcPct val="85000"/>
              </a:lnSpc>
              <a:defRPr sz="7200" baseline="0">
                <a:solidFill>
                  <a:schemeClr val="tx1"/>
                </a:solidFill>
              </a:defRPr>
            </a:lvl1pPr>
          </a:lstStyle>
          <a:p>
            <a:r>
              <a:rPr lang="pl-PL"/>
              <a:t>Kliknij, aby edytować styl</a:t>
            </a:r>
            <a:endParaRPr lang="en-US" dirty="0"/>
          </a:p>
        </p:txBody>
      </p:sp>
      <p:sp>
        <p:nvSpPr>
          <p:cNvPr id="3" name="Subtitle 2"/>
          <p:cNvSpPr>
            <a:spLocks noGrp="1"/>
          </p:cNvSpPr>
          <p:nvPr>
            <p:ph type="subTitle" idx="1"/>
          </p:nvPr>
        </p:nvSpPr>
        <p:spPr>
          <a:xfrm>
            <a:off x="1261872" y="4800600"/>
            <a:ext cx="9418320" cy="1691640"/>
          </a:xfrm>
        </p:spPr>
        <p:txBody>
          <a:bodyPr>
            <a:normAutofit/>
          </a:bodyPr>
          <a:lstStyle>
            <a:lvl1pPr marL="0" indent="0" algn="l">
              <a:buNone/>
              <a:defRPr sz="2200" baseline="0">
                <a:solidFill>
                  <a:schemeClr val="tx1">
                    <a:lumMod val="75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pl-PL"/>
              <a:t>Kliknij, aby edytować styl wzorca podtytułu</a:t>
            </a:r>
            <a:endParaRPr lang="en-US" dirty="0"/>
          </a:p>
        </p:txBody>
      </p:sp>
      <p:sp>
        <p:nvSpPr>
          <p:cNvPr id="4" name="Date Placeholder 3"/>
          <p:cNvSpPr>
            <a:spLocks noGrp="1"/>
          </p:cNvSpPr>
          <p:nvPr>
            <p:ph type="dt" sz="half" idx="10"/>
          </p:nvPr>
        </p:nvSpPr>
        <p:spPr/>
        <p:txBody>
          <a:bodyPr/>
          <a:lstStyle>
            <a:lvl1pPr>
              <a:defRPr>
                <a:solidFill>
                  <a:schemeClr val="tx1">
                    <a:lumMod val="50000"/>
                  </a:schemeClr>
                </a:solidFill>
              </a:defRPr>
            </a:lvl1pPr>
          </a:lstStyle>
          <a:p>
            <a:fld id="{CBBFB598-B412-4BAA-8D00-58612E105D61}" type="datetimeFigureOut">
              <a:rPr lang="pl-PL" smtClean="0"/>
              <a:t>30.11.2025</a:t>
            </a:fld>
            <a:endParaRPr lang="pl-PL"/>
          </a:p>
        </p:txBody>
      </p:sp>
      <p:sp>
        <p:nvSpPr>
          <p:cNvPr id="5" name="Footer Placeholder 4"/>
          <p:cNvSpPr>
            <a:spLocks noGrp="1"/>
          </p:cNvSpPr>
          <p:nvPr>
            <p:ph type="ftr" sz="quarter" idx="11"/>
          </p:nvPr>
        </p:nvSpPr>
        <p:spPr/>
        <p:txBody>
          <a:bodyPr/>
          <a:lstStyle>
            <a:lvl1pPr>
              <a:defRPr>
                <a:solidFill>
                  <a:schemeClr val="tx1">
                    <a:lumMod val="65000"/>
                  </a:schemeClr>
                </a:solidFill>
              </a:defRPr>
            </a:lvl1pPr>
          </a:lstStyle>
          <a:p>
            <a:endParaRPr lang="pl-PL"/>
          </a:p>
        </p:txBody>
      </p:sp>
      <p:sp>
        <p:nvSpPr>
          <p:cNvPr id="6" name="Slide Number Placeholder 5"/>
          <p:cNvSpPr>
            <a:spLocks noGrp="1"/>
          </p:cNvSpPr>
          <p:nvPr>
            <p:ph type="sldNum" sz="quarter" idx="12"/>
          </p:nvPr>
        </p:nvSpPr>
        <p:spPr/>
        <p:txBody>
          <a:bodyPr/>
          <a:lstStyle>
            <a:lvl1pPr>
              <a:defRPr>
                <a:solidFill>
                  <a:schemeClr val="tx1">
                    <a:lumMod val="65000"/>
                  </a:schemeClr>
                </a:solidFill>
              </a:defRPr>
            </a:lvl1pPr>
          </a:lstStyle>
          <a:p>
            <a:fld id="{5533C443-48B8-4D1F-B151-33629DF77D65}" type="slidenum">
              <a:rPr lang="pl-PL" smtClean="0"/>
              <a:t>‹#›</a:t>
            </a:fld>
            <a:endParaRPr lang="pl-PL"/>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2307896775"/>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ytuł i zawartość">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l-PL"/>
              <a:t>Kliknij, aby edytować styl</a:t>
            </a:r>
            <a:endParaRPr lang="en-US" dirty="0"/>
          </a:p>
        </p:txBody>
      </p:sp>
      <p:sp>
        <p:nvSpPr>
          <p:cNvPr id="3" name="Content Placeholder 2"/>
          <p:cNvSpPr>
            <a:spLocks noGrp="1"/>
          </p:cNvSpPr>
          <p:nvPr>
            <p:ph idx="1"/>
          </p:nvPr>
        </p:nvSpPr>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4" name="Date Placeholder 3"/>
          <p:cNvSpPr>
            <a:spLocks noGrp="1"/>
          </p:cNvSpPr>
          <p:nvPr>
            <p:ph type="dt" sz="half" idx="10"/>
          </p:nvPr>
        </p:nvSpPr>
        <p:spPr/>
        <p:txBody>
          <a:bodyPr/>
          <a:lstStyle/>
          <a:p>
            <a:fld id="{CBBFB598-B412-4BAA-8D00-58612E105D61}" type="datetimeFigureOut">
              <a:rPr lang="pl-PL" smtClean="0"/>
              <a:t>30.11.2025</a:t>
            </a:fld>
            <a:endParaRPr lang="pl-PL"/>
          </a:p>
        </p:txBody>
      </p:sp>
      <p:sp>
        <p:nvSpPr>
          <p:cNvPr id="5" name="Footer Placeholder 4"/>
          <p:cNvSpPr>
            <a:spLocks noGrp="1"/>
          </p:cNvSpPr>
          <p:nvPr>
            <p:ph type="ftr" sz="quarter" idx="11"/>
          </p:nvPr>
        </p:nvSpPr>
        <p:spPr/>
        <p:txBody>
          <a:bodyPr/>
          <a:lstStyle/>
          <a:p>
            <a:endParaRPr lang="pl-PL"/>
          </a:p>
        </p:txBody>
      </p:sp>
      <p:sp>
        <p:nvSpPr>
          <p:cNvPr id="6" name="Slide Number Placeholder 5"/>
          <p:cNvSpPr>
            <a:spLocks noGrp="1"/>
          </p:cNvSpPr>
          <p:nvPr>
            <p:ph type="sldNum" sz="quarter" idx="12"/>
          </p:nvPr>
        </p:nvSpPr>
        <p:spPr/>
        <p:txBody>
          <a:bodyPr/>
          <a:lstStyle/>
          <a:p>
            <a:fld id="{5533C443-48B8-4D1F-B151-33629DF77D65}" type="slidenum">
              <a:rPr lang="pl-PL" smtClean="0"/>
              <a:t>‹#›</a:t>
            </a:fld>
            <a:endParaRPr lang="pl-PL"/>
          </a:p>
        </p:txBody>
      </p:sp>
    </p:spTree>
    <p:extLst>
      <p:ext uri="{BB962C8B-B14F-4D97-AF65-F5344CB8AC3E}">
        <p14:creationId xmlns:p14="http://schemas.microsoft.com/office/powerpoint/2010/main" val="387948325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Nagłówek sekcji">
    <p:spTree>
      <p:nvGrpSpPr>
        <p:cNvPr id="1" name=""/>
        <p:cNvGrpSpPr/>
        <p:nvPr/>
      </p:nvGrpSpPr>
      <p:grpSpPr>
        <a:xfrm>
          <a:off x="0" y="0"/>
          <a:ext cx="0" cy="0"/>
          <a:chOff x="0" y="0"/>
          <a:chExt cx="0" cy="0"/>
        </a:xfrm>
      </p:grpSpPr>
      <p:sp>
        <p:nvSpPr>
          <p:cNvPr id="2" name="Title 1"/>
          <p:cNvSpPr>
            <a:spLocks noGrp="1"/>
          </p:cNvSpPr>
          <p:nvPr>
            <p:ph type="title"/>
          </p:nvPr>
        </p:nvSpPr>
        <p:spPr>
          <a:xfrm>
            <a:off x="1261872" y="758952"/>
            <a:ext cx="9418320" cy="4041648"/>
          </a:xfrm>
        </p:spPr>
        <p:txBody>
          <a:bodyPr anchor="b">
            <a:normAutofit/>
          </a:bodyPr>
          <a:lstStyle>
            <a:lvl1pPr>
              <a:lnSpc>
                <a:spcPct val="85000"/>
              </a:lnSpc>
              <a:defRPr sz="7200" b="0"/>
            </a:lvl1pPr>
          </a:lstStyle>
          <a:p>
            <a:r>
              <a:rPr lang="pl-PL"/>
              <a:t>Kliknij, aby edytować styl</a:t>
            </a:r>
            <a:endParaRPr lang="en-US" dirty="0"/>
          </a:p>
        </p:txBody>
      </p:sp>
      <p:sp>
        <p:nvSpPr>
          <p:cNvPr id="3" name="Text Placeholder 2"/>
          <p:cNvSpPr>
            <a:spLocks noGrp="1"/>
          </p:cNvSpPr>
          <p:nvPr>
            <p:ph type="body" idx="1"/>
          </p:nvPr>
        </p:nvSpPr>
        <p:spPr>
          <a:xfrm>
            <a:off x="1261872" y="4800600"/>
            <a:ext cx="9418320" cy="1691640"/>
          </a:xfrm>
        </p:spPr>
        <p:txBody>
          <a:bodyPr anchor="t">
            <a:normAutofit/>
          </a:bodyPr>
          <a:lstStyle>
            <a:lvl1pPr marL="0" indent="0">
              <a:buNone/>
              <a:defRPr sz="22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pl-PL"/>
              <a:t>Kliknij, aby edytować style wzorca tekstu</a:t>
            </a:r>
          </a:p>
        </p:txBody>
      </p:sp>
      <p:sp>
        <p:nvSpPr>
          <p:cNvPr id="4" name="Date Placeholder 3"/>
          <p:cNvSpPr>
            <a:spLocks noGrp="1"/>
          </p:cNvSpPr>
          <p:nvPr>
            <p:ph type="dt" sz="half" idx="10"/>
          </p:nvPr>
        </p:nvSpPr>
        <p:spPr/>
        <p:txBody>
          <a:bodyPr/>
          <a:lstStyle/>
          <a:p>
            <a:fld id="{CBBFB598-B412-4BAA-8D00-58612E105D61}" type="datetimeFigureOut">
              <a:rPr lang="pl-PL" smtClean="0"/>
              <a:t>30.11.2025</a:t>
            </a:fld>
            <a:endParaRPr lang="pl-PL"/>
          </a:p>
        </p:txBody>
      </p:sp>
      <p:sp>
        <p:nvSpPr>
          <p:cNvPr id="5" name="Footer Placeholder 4"/>
          <p:cNvSpPr>
            <a:spLocks noGrp="1"/>
          </p:cNvSpPr>
          <p:nvPr>
            <p:ph type="ftr" sz="quarter" idx="11"/>
          </p:nvPr>
        </p:nvSpPr>
        <p:spPr/>
        <p:txBody>
          <a:bodyPr/>
          <a:lstStyle/>
          <a:p>
            <a:endParaRPr lang="pl-PL"/>
          </a:p>
        </p:txBody>
      </p:sp>
      <p:sp>
        <p:nvSpPr>
          <p:cNvPr id="6" name="Slide Number Placeholder 5"/>
          <p:cNvSpPr>
            <a:spLocks noGrp="1"/>
          </p:cNvSpPr>
          <p:nvPr>
            <p:ph type="sldNum" sz="quarter" idx="12"/>
          </p:nvPr>
        </p:nvSpPr>
        <p:spPr/>
        <p:txBody>
          <a:bodyPr/>
          <a:lstStyle/>
          <a:p>
            <a:fld id="{5533C443-48B8-4D1F-B151-33629DF77D65}" type="slidenum">
              <a:rPr lang="pl-PL" smtClean="0"/>
              <a:t>‹#›</a:t>
            </a:fld>
            <a:endParaRPr lang="pl-PL"/>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361982682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wa elementy zawartości">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l-PL"/>
              <a:t>Kliknij, aby edytować styl</a:t>
            </a:r>
            <a:endParaRPr lang="en-US" dirty="0"/>
          </a:p>
        </p:txBody>
      </p:sp>
      <p:sp>
        <p:nvSpPr>
          <p:cNvPr id="3" name="Content Placeholder 2"/>
          <p:cNvSpPr>
            <a:spLocks noGrp="1"/>
          </p:cNvSpPr>
          <p:nvPr>
            <p:ph sz="half" idx="1"/>
          </p:nvPr>
        </p:nvSpPr>
        <p:spPr>
          <a:xfrm>
            <a:off x="1261872"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4" name="Content Placeholder 3"/>
          <p:cNvSpPr>
            <a:spLocks noGrp="1"/>
          </p:cNvSpPr>
          <p:nvPr>
            <p:ph sz="half" idx="2"/>
          </p:nvPr>
        </p:nvSpPr>
        <p:spPr>
          <a:xfrm>
            <a:off x="6126480"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5" name="Date Placeholder 4"/>
          <p:cNvSpPr>
            <a:spLocks noGrp="1"/>
          </p:cNvSpPr>
          <p:nvPr>
            <p:ph type="dt" sz="half" idx="10"/>
          </p:nvPr>
        </p:nvSpPr>
        <p:spPr/>
        <p:txBody>
          <a:bodyPr/>
          <a:lstStyle/>
          <a:p>
            <a:fld id="{CBBFB598-B412-4BAA-8D00-58612E105D61}" type="datetimeFigureOut">
              <a:rPr lang="pl-PL" smtClean="0"/>
              <a:t>30.11.2025</a:t>
            </a:fld>
            <a:endParaRPr lang="pl-PL"/>
          </a:p>
        </p:txBody>
      </p:sp>
      <p:sp>
        <p:nvSpPr>
          <p:cNvPr id="6" name="Footer Placeholder 5"/>
          <p:cNvSpPr>
            <a:spLocks noGrp="1"/>
          </p:cNvSpPr>
          <p:nvPr>
            <p:ph type="ftr" sz="quarter" idx="11"/>
          </p:nvPr>
        </p:nvSpPr>
        <p:spPr/>
        <p:txBody>
          <a:bodyPr/>
          <a:lstStyle/>
          <a:p>
            <a:endParaRPr lang="pl-PL"/>
          </a:p>
        </p:txBody>
      </p:sp>
      <p:sp>
        <p:nvSpPr>
          <p:cNvPr id="7" name="Slide Number Placeholder 6"/>
          <p:cNvSpPr>
            <a:spLocks noGrp="1"/>
          </p:cNvSpPr>
          <p:nvPr>
            <p:ph type="sldNum" sz="quarter" idx="12"/>
          </p:nvPr>
        </p:nvSpPr>
        <p:spPr/>
        <p:txBody>
          <a:bodyPr/>
          <a:lstStyle/>
          <a:p>
            <a:fld id="{5533C443-48B8-4D1F-B151-33629DF77D65}" type="slidenum">
              <a:rPr lang="pl-PL" smtClean="0"/>
              <a:t>‹#›</a:t>
            </a:fld>
            <a:endParaRPr lang="pl-PL"/>
          </a:p>
        </p:txBody>
      </p:sp>
    </p:spTree>
    <p:extLst>
      <p:ext uri="{BB962C8B-B14F-4D97-AF65-F5344CB8AC3E}">
        <p14:creationId xmlns:p14="http://schemas.microsoft.com/office/powerpoint/2010/main" val="390852064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Porównanie">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pl-PL"/>
              <a:t>Kliknij, aby edytować styl</a:t>
            </a:r>
            <a:endParaRPr lang="en-US" dirty="0"/>
          </a:p>
        </p:txBody>
      </p:sp>
      <p:sp>
        <p:nvSpPr>
          <p:cNvPr id="3" name="Text Placeholder 2"/>
          <p:cNvSpPr>
            <a:spLocks noGrp="1"/>
          </p:cNvSpPr>
          <p:nvPr>
            <p:ph type="body" idx="1"/>
          </p:nvPr>
        </p:nvSpPr>
        <p:spPr>
          <a:xfrm>
            <a:off x="1261872" y="1713655"/>
            <a:ext cx="4480560" cy="731520"/>
          </a:xfrm>
        </p:spPr>
        <p:txBody>
          <a:bodyPr anchor="b">
            <a:normAutofit/>
          </a:bodyPr>
          <a:lstStyle>
            <a:lvl1pPr marL="0" indent="0">
              <a:spcBef>
                <a:spcPts val="0"/>
              </a:spcBef>
              <a:buNone/>
              <a:defRPr sz="2000" b="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l-PL"/>
              <a:t>Kliknij, aby edytować style wzorca tekstu</a:t>
            </a:r>
          </a:p>
        </p:txBody>
      </p:sp>
      <p:sp>
        <p:nvSpPr>
          <p:cNvPr id="4" name="Content Placeholder 3"/>
          <p:cNvSpPr>
            <a:spLocks noGrp="1"/>
          </p:cNvSpPr>
          <p:nvPr>
            <p:ph sz="half" idx="2"/>
          </p:nvPr>
        </p:nvSpPr>
        <p:spPr>
          <a:xfrm>
            <a:off x="1261872"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5" name="Text Placeholder 4"/>
          <p:cNvSpPr>
            <a:spLocks noGrp="1"/>
          </p:cNvSpPr>
          <p:nvPr>
            <p:ph type="body" sz="quarter" idx="3"/>
          </p:nvPr>
        </p:nvSpPr>
        <p:spPr>
          <a:xfrm>
            <a:off x="6126480" y="1713655"/>
            <a:ext cx="4480560" cy="731520"/>
          </a:xfrm>
        </p:spPr>
        <p:txBody>
          <a:bodyPr anchor="b">
            <a:normAutofit/>
          </a:bodyPr>
          <a:lstStyle>
            <a:lvl1pPr marL="0" indent="0">
              <a:lnSpc>
                <a:spcPct val="95000"/>
              </a:lnSpc>
              <a:spcBef>
                <a:spcPts val="0"/>
              </a:spcBef>
              <a:buNone/>
              <a:defRPr lang="en-US" sz="2000" b="0" kern="1200" dirty="0">
                <a:solidFill>
                  <a:schemeClr val="tx2"/>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2000"/>
              </a:spcBef>
              <a:buFontTx/>
              <a:buNone/>
            </a:pPr>
            <a:r>
              <a:rPr lang="pl-PL"/>
              <a:t>Kliknij, aby edytować style wzorca tekstu</a:t>
            </a:r>
          </a:p>
        </p:txBody>
      </p:sp>
      <p:sp>
        <p:nvSpPr>
          <p:cNvPr id="6" name="Content Placeholder 5"/>
          <p:cNvSpPr>
            <a:spLocks noGrp="1"/>
          </p:cNvSpPr>
          <p:nvPr>
            <p:ph sz="quarter" idx="4"/>
          </p:nvPr>
        </p:nvSpPr>
        <p:spPr>
          <a:xfrm>
            <a:off x="6126480"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7" name="Date Placeholder 6"/>
          <p:cNvSpPr>
            <a:spLocks noGrp="1"/>
          </p:cNvSpPr>
          <p:nvPr>
            <p:ph type="dt" sz="half" idx="10"/>
          </p:nvPr>
        </p:nvSpPr>
        <p:spPr/>
        <p:txBody>
          <a:bodyPr/>
          <a:lstStyle/>
          <a:p>
            <a:fld id="{CBBFB598-B412-4BAA-8D00-58612E105D61}" type="datetimeFigureOut">
              <a:rPr lang="pl-PL" smtClean="0"/>
              <a:t>30.11.2025</a:t>
            </a:fld>
            <a:endParaRPr lang="pl-PL"/>
          </a:p>
        </p:txBody>
      </p:sp>
      <p:sp>
        <p:nvSpPr>
          <p:cNvPr id="8" name="Footer Placeholder 7"/>
          <p:cNvSpPr>
            <a:spLocks noGrp="1"/>
          </p:cNvSpPr>
          <p:nvPr>
            <p:ph type="ftr" sz="quarter" idx="11"/>
          </p:nvPr>
        </p:nvSpPr>
        <p:spPr/>
        <p:txBody>
          <a:bodyPr/>
          <a:lstStyle/>
          <a:p>
            <a:endParaRPr lang="pl-PL"/>
          </a:p>
        </p:txBody>
      </p:sp>
      <p:sp>
        <p:nvSpPr>
          <p:cNvPr id="9" name="Slide Number Placeholder 8"/>
          <p:cNvSpPr>
            <a:spLocks noGrp="1"/>
          </p:cNvSpPr>
          <p:nvPr>
            <p:ph type="sldNum" sz="quarter" idx="12"/>
          </p:nvPr>
        </p:nvSpPr>
        <p:spPr/>
        <p:txBody>
          <a:bodyPr/>
          <a:lstStyle/>
          <a:p>
            <a:fld id="{5533C443-48B8-4D1F-B151-33629DF77D65}" type="slidenum">
              <a:rPr lang="pl-PL" smtClean="0"/>
              <a:t>‹#›</a:t>
            </a:fld>
            <a:endParaRPr lang="pl-PL"/>
          </a:p>
        </p:txBody>
      </p:sp>
    </p:spTree>
    <p:extLst>
      <p:ext uri="{BB962C8B-B14F-4D97-AF65-F5344CB8AC3E}">
        <p14:creationId xmlns:p14="http://schemas.microsoft.com/office/powerpoint/2010/main" val="3206345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ylko tytuł">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pl-PL"/>
              <a:t>Kliknij, aby edytować styl</a:t>
            </a:r>
            <a:endParaRPr lang="en-US" dirty="0"/>
          </a:p>
        </p:txBody>
      </p:sp>
      <p:sp>
        <p:nvSpPr>
          <p:cNvPr id="3" name="Date Placeholder 2"/>
          <p:cNvSpPr>
            <a:spLocks noGrp="1"/>
          </p:cNvSpPr>
          <p:nvPr>
            <p:ph type="dt" sz="half" idx="10"/>
          </p:nvPr>
        </p:nvSpPr>
        <p:spPr/>
        <p:txBody>
          <a:bodyPr/>
          <a:lstStyle/>
          <a:p>
            <a:fld id="{CBBFB598-B412-4BAA-8D00-58612E105D61}" type="datetimeFigureOut">
              <a:rPr lang="pl-PL" smtClean="0"/>
              <a:t>30.11.2025</a:t>
            </a:fld>
            <a:endParaRPr lang="pl-PL"/>
          </a:p>
        </p:txBody>
      </p:sp>
      <p:sp>
        <p:nvSpPr>
          <p:cNvPr id="4" name="Footer Placeholder 3"/>
          <p:cNvSpPr>
            <a:spLocks noGrp="1"/>
          </p:cNvSpPr>
          <p:nvPr>
            <p:ph type="ftr" sz="quarter" idx="11"/>
          </p:nvPr>
        </p:nvSpPr>
        <p:spPr/>
        <p:txBody>
          <a:bodyPr/>
          <a:lstStyle/>
          <a:p>
            <a:endParaRPr lang="pl-PL"/>
          </a:p>
        </p:txBody>
      </p:sp>
      <p:sp>
        <p:nvSpPr>
          <p:cNvPr id="5" name="Slide Number Placeholder 4"/>
          <p:cNvSpPr>
            <a:spLocks noGrp="1"/>
          </p:cNvSpPr>
          <p:nvPr>
            <p:ph type="sldNum" sz="quarter" idx="12"/>
          </p:nvPr>
        </p:nvSpPr>
        <p:spPr/>
        <p:txBody>
          <a:bodyPr/>
          <a:lstStyle/>
          <a:p>
            <a:fld id="{5533C443-48B8-4D1F-B151-33629DF77D65}" type="slidenum">
              <a:rPr lang="pl-PL" smtClean="0"/>
              <a:t>‹#›</a:t>
            </a:fld>
            <a:endParaRPr lang="pl-PL"/>
          </a:p>
        </p:txBody>
      </p:sp>
    </p:spTree>
    <p:extLst>
      <p:ext uri="{BB962C8B-B14F-4D97-AF65-F5344CB8AC3E}">
        <p14:creationId xmlns:p14="http://schemas.microsoft.com/office/powerpoint/2010/main" val="41990911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Pusty">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BBFB598-B412-4BAA-8D00-58612E105D61}" type="datetimeFigureOut">
              <a:rPr lang="pl-PL" smtClean="0"/>
              <a:t>30.11.2025</a:t>
            </a:fld>
            <a:endParaRPr lang="pl-PL"/>
          </a:p>
        </p:txBody>
      </p:sp>
      <p:sp>
        <p:nvSpPr>
          <p:cNvPr id="3" name="Footer Placeholder 2"/>
          <p:cNvSpPr>
            <a:spLocks noGrp="1"/>
          </p:cNvSpPr>
          <p:nvPr>
            <p:ph type="ftr" sz="quarter" idx="11"/>
          </p:nvPr>
        </p:nvSpPr>
        <p:spPr/>
        <p:txBody>
          <a:bodyPr/>
          <a:lstStyle/>
          <a:p>
            <a:endParaRPr lang="pl-PL"/>
          </a:p>
        </p:txBody>
      </p:sp>
      <p:sp>
        <p:nvSpPr>
          <p:cNvPr id="4" name="Slide Number Placeholder 3"/>
          <p:cNvSpPr>
            <a:spLocks noGrp="1"/>
          </p:cNvSpPr>
          <p:nvPr>
            <p:ph type="sldNum" sz="quarter" idx="12"/>
          </p:nvPr>
        </p:nvSpPr>
        <p:spPr/>
        <p:txBody>
          <a:bodyPr/>
          <a:lstStyle/>
          <a:p>
            <a:fld id="{5533C443-48B8-4D1F-B151-33629DF77D65}" type="slidenum">
              <a:rPr lang="pl-PL" smtClean="0"/>
              <a:t>‹#›</a:t>
            </a:fld>
            <a:endParaRPr lang="pl-PL"/>
          </a:p>
        </p:txBody>
      </p:sp>
    </p:spTree>
    <p:extLst>
      <p:ext uri="{BB962C8B-B14F-4D97-AF65-F5344CB8AC3E}">
        <p14:creationId xmlns:p14="http://schemas.microsoft.com/office/powerpoint/2010/main" val="35018993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Zawartość z podpisem">
    <p:spTree>
      <p:nvGrpSpPr>
        <p:cNvPr id="1" name=""/>
        <p:cNvGrpSpPr/>
        <p:nvPr/>
      </p:nvGrpSpPr>
      <p:grpSpPr>
        <a:xfrm>
          <a:off x="0" y="0"/>
          <a:ext cx="0" cy="0"/>
          <a:chOff x="0" y="0"/>
          <a:chExt cx="0" cy="0"/>
        </a:xfrm>
      </p:grpSpPr>
      <p:sp>
        <p:nvSpPr>
          <p:cNvPr id="2" name="Title 1"/>
          <p:cNvSpPr>
            <a:spLocks noGrp="1"/>
          </p:cNvSpPr>
          <p:nvPr>
            <p:ph type="title"/>
          </p:nvPr>
        </p:nvSpPr>
        <p:spPr>
          <a:xfrm>
            <a:off x="841248" y="457200"/>
            <a:ext cx="3200400" cy="1600197"/>
          </a:xfrm>
        </p:spPr>
        <p:txBody>
          <a:bodyPr anchor="b">
            <a:normAutofit/>
          </a:bodyPr>
          <a:lstStyle>
            <a:lvl1pPr>
              <a:defRPr sz="3200" b="0" baseline="0"/>
            </a:lvl1pPr>
          </a:lstStyle>
          <a:p>
            <a:r>
              <a:rPr lang="pl-PL"/>
              <a:t>Kliknij, aby edytować styl</a:t>
            </a:r>
            <a:endParaRPr lang="en-US" dirty="0"/>
          </a:p>
        </p:txBody>
      </p:sp>
      <p:sp>
        <p:nvSpPr>
          <p:cNvPr id="3" name="Content Placeholder 2"/>
          <p:cNvSpPr>
            <a:spLocks noGrp="1"/>
          </p:cNvSpPr>
          <p:nvPr>
            <p:ph idx="1"/>
          </p:nvPr>
        </p:nvSpPr>
        <p:spPr>
          <a:xfrm>
            <a:off x="4504267" y="685800"/>
            <a:ext cx="6079066" cy="548640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4" name="Text Placeholder 3"/>
          <p:cNvSpPr>
            <a:spLocks noGrp="1"/>
          </p:cNvSpPr>
          <p:nvPr>
            <p:ph type="body" sz="half" idx="2"/>
          </p:nvPr>
        </p:nvSpPr>
        <p:spPr>
          <a:xfrm>
            <a:off x="841248" y="2099734"/>
            <a:ext cx="3200400" cy="3810001"/>
          </a:xfrm>
        </p:spPr>
        <p:txBody>
          <a:bodyPr>
            <a:normAutofit/>
          </a:bodyPr>
          <a:lstStyle>
            <a:lvl1pPr marL="0" indent="0">
              <a:lnSpc>
                <a:spcPct val="114000"/>
              </a:lnSpc>
              <a:spcBef>
                <a:spcPts val="800"/>
              </a:spcBef>
              <a:buNone/>
              <a:defRPr sz="13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pl-PL"/>
              <a:t>Kliknij, aby edytować style wzorca tekstu</a:t>
            </a:r>
          </a:p>
        </p:txBody>
      </p:sp>
      <p:sp>
        <p:nvSpPr>
          <p:cNvPr id="5" name="Date Placeholder 4"/>
          <p:cNvSpPr>
            <a:spLocks noGrp="1"/>
          </p:cNvSpPr>
          <p:nvPr>
            <p:ph type="dt" sz="half" idx="10"/>
          </p:nvPr>
        </p:nvSpPr>
        <p:spPr/>
        <p:txBody>
          <a:bodyPr/>
          <a:lstStyle/>
          <a:p>
            <a:fld id="{CBBFB598-B412-4BAA-8D00-58612E105D61}" type="datetimeFigureOut">
              <a:rPr lang="pl-PL" smtClean="0"/>
              <a:t>30.11.2025</a:t>
            </a:fld>
            <a:endParaRPr lang="pl-PL"/>
          </a:p>
        </p:txBody>
      </p:sp>
      <p:sp>
        <p:nvSpPr>
          <p:cNvPr id="6" name="Footer Placeholder 5"/>
          <p:cNvSpPr>
            <a:spLocks noGrp="1"/>
          </p:cNvSpPr>
          <p:nvPr>
            <p:ph type="ftr" sz="quarter" idx="11"/>
          </p:nvPr>
        </p:nvSpPr>
        <p:spPr/>
        <p:txBody>
          <a:bodyPr/>
          <a:lstStyle/>
          <a:p>
            <a:endParaRPr lang="pl-PL"/>
          </a:p>
        </p:txBody>
      </p:sp>
      <p:sp>
        <p:nvSpPr>
          <p:cNvPr id="7" name="Slide Number Placeholder 6"/>
          <p:cNvSpPr>
            <a:spLocks noGrp="1"/>
          </p:cNvSpPr>
          <p:nvPr>
            <p:ph type="sldNum" sz="quarter" idx="12"/>
          </p:nvPr>
        </p:nvSpPr>
        <p:spPr/>
        <p:txBody>
          <a:bodyPr/>
          <a:lstStyle/>
          <a:p>
            <a:fld id="{5533C443-48B8-4D1F-B151-33629DF77D65}" type="slidenum">
              <a:rPr lang="pl-PL" smtClean="0"/>
              <a:t>‹#›</a:t>
            </a:fld>
            <a:endParaRPr lang="pl-PL"/>
          </a:p>
        </p:txBody>
      </p:sp>
    </p:spTree>
    <p:extLst>
      <p:ext uri="{BB962C8B-B14F-4D97-AF65-F5344CB8AC3E}">
        <p14:creationId xmlns:p14="http://schemas.microsoft.com/office/powerpoint/2010/main" val="20608714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Obraz z podpisem">
    <p:spTree>
      <p:nvGrpSpPr>
        <p:cNvPr id="1" name=""/>
        <p:cNvGrpSpPr/>
        <p:nvPr/>
      </p:nvGrpSpPr>
      <p:grpSpPr>
        <a:xfrm>
          <a:off x="0" y="0"/>
          <a:ext cx="0" cy="0"/>
          <a:chOff x="0" y="0"/>
          <a:chExt cx="0" cy="0"/>
        </a:xfrm>
      </p:grpSpPr>
      <p:sp>
        <p:nvSpPr>
          <p:cNvPr id="8" name="Rectangle 7"/>
          <p:cNvSpPr/>
          <p:nvPr/>
        </p:nvSpPr>
        <p:spPr>
          <a:xfrm>
            <a:off x="0" y="5105400"/>
            <a:ext cx="11292840" cy="17526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914400" y="5257800"/>
            <a:ext cx="9982200" cy="914400"/>
          </a:xfrm>
        </p:spPr>
        <p:txBody>
          <a:bodyPr anchor="b">
            <a:normAutofit/>
          </a:bodyPr>
          <a:lstStyle>
            <a:lvl1pPr>
              <a:defRPr sz="2800" b="0">
                <a:solidFill>
                  <a:schemeClr val="bg1"/>
                </a:solidFill>
              </a:defRPr>
            </a:lvl1pPr>
          </a:lstStyle>
          <a:p>
            <a:r>
              <a:rPr lang="pl-PL"/>
              <a:t>Kliknij, aby edytować styl</a:t>
            </a:r>
            <a:endParaRPr lang="en-US" dirty="0"/>
          </a:p>
        </p:txBody>
      </p:sp>
      <p:sp>
        <p:nvSpPr>
          <p:cNvPr id="3" name="Picture Placeholder 2"/>
          <p:cNvSpPr>
            <a:spLocks noGrp="1" noChangeAspect="1"/>
          </p:cNvSpPr>
          <p:nvPr>
            <p:ph type="pic" idx="1"/>
          </p:nvPr>
        </p:nvSpPr>
        <p:spPr>
          <a:xfrm>
            <a:off x="0" y="0"/>
            <a:ext cx="11292840" cy="5128923"/>
          </a:xfrm>
          <a:solidFill>
            <a:schemeClr val="accent1"/>
          </a:solidFill>
        </p:spPr>
        <p:txBody>
          <a:bodyPr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pl-PL"/>
              <a:t>Kliknij ikonę, aby dodać obraz</a:t>
            </a:r>
            <a:endParaRPr lang="en-US" dirty="0"/>
          </a:p>
        </p:txBody>
      </p:sp>
      <p:sp>
        <p:nvSpPr>
          <p:cNvPr id="4" name="Text Placeholder 3"/>
          <p:cNvSpPr>
            <a:spLocks noGrp="1"/>
          </p:cNvSpPr>
          <p:nvPr>
            <p:ph type="body" sz="half" idx="2"/>
          </p:nvPr>
        </p:nvSpPr>
        <p:spPr>
          <a:xfrm>
            <a:off x="914400" y="6108589"/>
            <a:ext cx="9982200" cy="597011"/>
          </a:xfrm>
        </p:spPr>
        <p:txBody>
          <a:bodyPr>
            <a:normAutofit/>
          </a:bodyPr>
          <a:lstStyle>
            <a:lvl1pPr marL="0" indent="0">
              <a:lnSpc>
                <a:spcPct val="100000"/>
              </a:lnSpc>
              <a:spcBef>
                <a:spcPts val="800"/>
              </a:spcBef>
              <a:buNone/>
              <a:defRPr sz="1300">
                <a:solidFill>
                  <a:schemeClr val="bg1">
                    <a:lumMod val="8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pl-PL"/>
              <a:t>Kliknij, aby edytować style wzorca tekstu</a:t>
            </a:r>
          </a:p>
        </p:txBody>
      </p:sp>
      <p:sp>
        <p:nvSpPr>
          <p:cNvPr id="5" name="Date Placeholder 4"/>
          <p:cNvSpPr>
            <a:spLocks noGrp="1"/>
          </p:cNvSpPr>
          <p:nvPr>
            <p:ph type="dt" sz="half" idx="10"/>
          </p:nvPr>
        </p:nvSpPr>
        <p:spPr/>
        <p:txBody>
          <a:bodyPr/>
          <a:lstStyle/>
          <a:p>
            <a:fld id="{CBBFB598-B412-4BAA-8D00-58612E105D61}" type="datetimeFigureOut">
              <a:rPr lang="pl-PL" smtClean="0"/>
              <a:t>30.11.2025</a:t>
            </a:fld>
            <a:endParaRPr lang="pl-PL"/>
          </a:p>
        </p:txBody>
      </p:sp>
      <p:sp>
        <p:nvSpPr>
          <p:cNvPr id="6" name="Footer Placeholder 5"/>
          <p:cNvSpPr>
            <a:spLocks noGrp="1"/>
          </p:cNvSpPr>
          <p:nvPr>
            <p:ph type="ftr" sz="quarter" idx="11"/>
          </p:nvPr>
        </p:nvSpPr>
        <p:spPr/>
        <p:txBody>
          <a:bodyPr/>
          <a:lstStyle/>
          <a:p>
            <a:endParaRPr lang="pl-PL"/>
          </a:p>
        </p:txBody>
      </p:sp>
      <p:sp>
        <p:nvSpPr>
          <p:cNvPr id="7" name="Slide Number Placeholder 6"/>
          <p:cNvSpPr>
            <a:spLocks noGrp="1"/>
          </p:cNvSpPr>
          <p:nvPr>
            <p:ph type="sldNum" sz="quarter" idx="12"/>
          </p:nvPr>
        </p:nvSpPr>
        <p:spPr/>
        <p:txBody>
          <a:bodyPr/>
          <a:lstStyle/>
          <a:p>
            <a:fld id="{5533C443-48B8-4D1F-B151-33629DF77D65}" type="slidenum">
              <a:rPr lang="pl-PL" smtClean="0"/>
              <a:t>‹#›</a:t>
            </a:fld>
            <a:endParaRPr lang="pl-PL"/>
          </a:p>
        </p:txBody>
      </p:sp>
    </p:spTree>
    <p:extLst>
      <p:ext uri="{BB962C8B-B14F-4D97-AF65-F5344CB8AC3E}">
        <p14:creationId xmlns:p14="http://schemas.microsoft.com/office/powerpoint/2010/main" val="99829072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ytuł i tekst pionow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l-PL"/>
              <a:t>Kliknij, aby edytować styl</a:t>
            </a:r>
            <a:endParaRPr lang="en-US" dirty="0"/>
          </a:p>
        </p:txBody>
      </p:sp>
      <p:sp>
        <p:nvSpPr>
          <p:cNvPr id="3" name="Vertical Text Placeholder 2"/>
          <p:cNvSpPr>
            <a:spLocks noGrp="1"/>
          </p:cNvSpPr>
          <p:nvPr>
            <p:ph type="body" orient="vert" idx="1"/>
          </p:nvPr>
        </p:nvSpPr>
        <p:spPr/>
        <p:txBody>
          <a:bodyPr vert="eaVert"/>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4" name="Date Placeholder 3"/>
          <p:cNvSpPr>
            <a:spLocks noGrp="1"/>
          </p:cNvSpPr>
          <p:nvPr>
            <p:ph type="dt" sz="half" idx="10"/>
          </p:nvPr>
        </p:nvSpPr>
        <p:spPr/>
        <p:txBody>
          <a:bodyPr/>
          <a:lstStyle/>
          <a:p>
            <a:fld id="{CBBFB598-B412-4BAA-8D00-58612E105D61}" type="datetimeFigureOut">
              <a:rPr lang="pl-PL" smtClean="0"/>
              <a:t>30.11.2025</a:t>
            </a:fld>
            <a:endParaRPr lang="pl-PL"/>
          </a:p>
        </p:txBody>
      </p:sp>
      <p:sp>
        <p:nvSpPr>
          <p:cNvPr id="5" name="Footer Placeholder 4"/>
          <p:cNvSpPr>
            <a:spLocks noGrp="1"/>
          </p:cNvSpPr>
          <p:nvPr>
            <p:ph type="ftr" sz="quarter" idx="11"/>
          </p:nvPr>
        </p:nvSpPr>
        <p:spPr/>
        <p:txBody>
          <a:bodyPr/>
          <a:lstStyle/>
          <a:p>
            <a:endParaRPr lang="pl-PL"/>
          </a:p>
        </p:txBody>
      </p:sp>
      <p:sp>
        <p:nvSpPr>
          <p:cNvPr id="6" name="Slide Number Placeholder 5"/>
          <p:cNvSpPr>
            <a:spLocks noGrp="1"/>
          </p:cNvSpPr>
          <p:nvPr>
            <p:ph type="sldNum" sz="quarter" idx="12"/>
          </p:nvPr>
        </p:nvSpPr>
        <p:spPr/>
        <p:txBody>
          <a:bodyPr/>
          <a:lstStyle/>
          <a:p>
            <a:fld id="{5533C443-48B8-4D1F-B151-33629DF77D65}" type="slidenum">
              <a:rPr lang="pl-PL" smtClean="0"/>
              <a:t>‹#›</a:t>
            </a:fld>
            <a:endParaRPr lang="pl-PL"/>
          </a:p>
        </p:txBody>
      </p:sp>
    </p:spTree>
    <p:extLst>
      <p:ext uri="{BB962C8B-B14F-4D97-AF65-F5344CB8AC3E}">
        <p14:creationId xmlns:p14="http://schemas.microsoft.com/office/powerpoint/2010/main" val="3372942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ytuł pionowy i teks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48700" y="381000"/>
            <a:ext cx="2476500" cy="5897562"/>
          </a:xfrm>
        </p:spPr>
        <p:txBody>
          <a:bodyPr vert="eaVert"/>
          <a:lstStyle/>
          <a:p>
            <a:r>
              <a:rPr lang="pl-PL"/>
              <a:t>Kliknij, aby edytować styl</a:t>
            </a:r>
            <a:endParaRPr lang="en-US" dirty="0"/>
          </a:p>
        </p:txBody>
      </p:sp>
      <p:sp>
        <p:nvSpPr>
          <p:cNvPr id="3" name="Vertical Text Placeholder 2"/>
          <p:cNvSpPr>
            <a:spLocks noGrp="1"/>
          </p:cNvSpPr>
          <p:nvPr>
            <p:ph type="body" orient="vert" idx="1"/>
          </p:nvPr>
        </p:nvSpPr>
        <p:spPr>
          <a:xfrm>
            <a:off x="762000" y="381000"/>
            <a:ext cx="7734300" cy="5897562"/>
          </a:xfrm>
        </p:spPr>
        <p:txBody>
          <a:bodyPr vert="eaVert"/>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4" name="Date Placeholder 3"/>
          <p:cNvSpPr>
            <a:spLocks noGrp="1"/>
          </p:cNvSpPr>
          <p:nvPr>
            <p:ph type="dt" sz="half" idx="10"/>
          </p:nvPr>
        </p:nvSpPr>
        <p:spPr/>
        <p:txBody>
          <a:bodyPr/>
          <a:lstStyle/>
          <a:p>
            <a:fld id="{CBBFB598-B412-4BAA-8D00-58612E105D61}" type="datetimeFigureOut">
              <a:rPr lang="pl-PL" smtClean="0"/>
              <a:t>30.11.2025</a:t>
            </a:fld>
            <a:endParaRPr lang="pl-PL"/>
          </a:p>
        </p:txBody>
      </p:sp>
      <p:sp>
        <p:nvSpPr>
          <p:cNvPr id="5" name="Footer Placeholder 4"/>
          <p:cNvSpPr>
            <a:spLocks noGrp="1"/>
          </p:cNvSpPr>
          <p:nvPr>
            <p:ph type="ftr" sz="quarter" idx="11"/>
          </p:nvPr>
        </p:nvSpPr>
        <p:spPr/>
        <p:txBody>
          <a:bodyPr/>
          <a:lstStyle/>
          <a:p>
            <a:endParaRPr lang="pl-PL"/>
          </a:p>
        </p:txBody>
      </p:sp>
      <p:sp>
        <p:nvSpPr>
          <p:cNvPr id="6" name="Slide Number Placeholder 5"/>
          <p:cNvSpPr>
            <a:spLocks noGrp="1"/>
          </p:cNvSpPr>
          <p:nvPr>
            <p:ph type="sldNum" sz="quarter" idx="12"/>
          </p:nvPr>
        </p:nvSpPr>
        <p:spPr/>
        <p:txBody>
          <a:bodyPr/>
          <a:lstStyle/>
          <a:p>
            <a:fld id="{5533C443-48B8-4D1F-B151-33629DF77D65}" type="slidenum">
              <a:rPr lang="pl-PL" smtClean="0"/>
              <a:t>‹#›</a:t>
            </a:fld>
            <a:endParaRPr lang="pl-PL"/>
          </a:p>
        </p:txBody>
      </p:sp>
    </p:spTree>
    <p:extLst>
      <p:ext uri="{BB962C8B-B14F-4D97-AF65-F5344CB8AC3E}">
        <p14:creationId xmlns:p14="http://schemas.microsoft.com/office/powerpoint/2010/main" val="40275422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1292840" y="0"/>
            <a:ext cx="914400" cy="6858000"/>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1261872" y="365760"/>
            <a:ext cx="9692640" cy="1325562"/>
          </a:xfrm>
          <a:prstGeom prst="rect">
            <a:avLst/>
          </a:prstGeom>
        </p:spPr>
        <p:txBody>
          <a:bodyPr vert="horz" lIns="91440" tIns="45720" rIns="91440" bIns="45720" rtlCol="0" anchor="b">
            <a:normAutofit/>
          </a:bodyPr>
          <a:lstStyle/>
          <a:p>
            <a:r>
              <a:rPr lang="pl-PL"/>
              <a:t>Kliknij, aby edytować styl</a:t>
            </a:r>
            <a:endParaRPr lang="en-US" dirty="0"/>
          </a:p>
        </p:txBody>
      </p:sp>
      <p:sp>
        <p:nvSpPr>
          <p:cNvPr id="3" name="Text Placeholder 2"/>
          <p:cNvSpPr>
            <a:spLocks noGrp="1"/>
          </p:cNvSpPr>
          <p:nvPr>
            <p:ph type="body" idx="1"/>
          </p:nvPr>
        </p:nvSpPr>
        <p:spPr>
          <a:xfrm>
            <a:off x="1261872" y="1828800"/>
            <a:ext cx="8595360" cy="4351337"/>
          </a:xfrm>
          <a:prstGeom prst="rect">
            <a:avLst/>
          </a:prstGeom>
        </p:spPr>
        <p:txBody>
          <a:bodyPr vert="horz" lIns="91440" tIns="45720" rIns="91440" bIns="45720" rtlCol="0">
            <a:normAutofit/>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4" name="Date Placeholder 3"/>
          <p:cNvSpPr>
            <a:spLocks noGrp="1"/>
          </p:cNvSpPr>
          <p:nvPr>
            <p:ph type="dt" sz="half" idx="2"/>
          </p:nvPr>
        </p:nvSpPr>
        <p:spPr>
          <a:xfrm rot="16200000">
            <a:off x="10797542" y="998537"/>
            <a:ext cx="1904999" cy="365125"/>
          </a:xfrm>
          <a:prstGeom prst="rect">
            <a:avLst/>
          </a:prstGeom>
        </p:spPr>
        <p:txBody>
          <a:bodyPr vert="horz" lIns="91440" tIns="45720" rIns="91440" bIns="45720" rtlCol="0" anchor="ctr"/>
          <a:lstStyle>
            <a:lvl1pPr algn="r">
              <a:defRPr sz="1050" b="0">
                <a:solidFill>
                  <a:schemeClr val="tx2">
                    <a:lumMod val="20000"/>
                    <a:lumOff val="80000"/>
                  </a:schemeClr>
                </a:solidFill>
              </a:defRPr>
            </a:lvl1pPr>
          </a:lstStyle>
          <a:p>
            <a:fld id="{CBBFB598-B412-4BAA-8D00-58612E105D61}" type="datetimeFigureOut">
              <a:rPr lang="pl-PL" smtClean="0"/>
              <a:t>30.11.2025</a:t>
            </a:fld>
            <a:endParaRPr lang="pl-PL"/>
          </a:p>
        </p:txBody>
      </p:sp>
      <p:sp>
        <p:nvSpPr>
          <p:cNvPr id="5" name="Footer Placeholder 4"/>
          <p:cNvSpPr>
            <a:spLocks noGrp="1"/>
          </p:cNvSpPr>
          <p:nvPr>
            <p:ph type="ftr" sz="quarter" idx="3"/>
          </p:nvPr>
        </p:nvSpPr>
        <p:spPr>
          <a:xfrm rot="16200000">
            <a:off x="9959341" y="4046537"/>
            <a:ext cx="3581400" cy="365125"/>
          </a:xfrm>
          <a:prstGeom prst="rect">
            <a:avLst/>
          </a:prstGeom>
        </p:spPr>
        <p:txBody>
          <a:bodyPr vert="horz" lIns="91440" tIns="45720" rIns="91440" bIns="45720" rtlCol="0" anchor="ctr"/>
          <a:lstStyle>
            <a:lvl1pPr algn="l">
              <a:defRPr sz="1050">
                <a:solidFill>
                  <a:schemeClr val="tx2">
                    <a:lumMod val="20000"/>
                    <a:lumOff val="80000"/>
                  </a:schemeClr>
                </a:solidFill>
              </a:defRPr>
            </a:lvl1pPr>
          </a:lstStyle>
          <a:p>
            <a:endParaRPr lang="pl-PL"/>
          </a:p>
        </p:txBody>
      </p:sp>
      <p:sp>
        <p:nvSpPr>
          <p:cNvPr id="6" name="Slide Number Placeholder 5"/>
          <p:cNvSpPr>
            <a:spLocks noGrp="1"/>
          </p:cNvSpPr>
          <p:nvPr>
            <p:ph type="sldNum" sz="quarter" idx="4"/>
          </p:nvPr>
        </p:nvSpPr>
        <p:spPr>
          <a:xfrm>
            <a:off x="11292840" y="6172200"/>
            <a:ext cx="914400" cy="593725"/>
          </a:xfrm>
          <a:prstGeom prst="rect">
            <a:avLst/>
          </a:prstGeom>
        </p:spPr>
        <p:txBody>
          <a:bodyPr vert="horz" lIns="45720" tIns="45720" rIns="45720" bIns="45720" rtlCol="0" anchor="ctr">
            <a:normAutofit/>
          </a:bodyPr>
          <a:lstStyle>
            <a:lvl1pPr algn="ctr">
              <a:defRPr sz="3600">
                <a:solidFill>
                  <a:schemeClr val="tx2">
                    <a:lumMod val="60000"/>
                    <a:lumOff val="40000"/>
                  </a:schemeClr>
                </a:solidFill>
              </a:defRPr>
            </a:lvl1pPr>
          </a:lstStyle>
          <a:p>
            <a:fld id="{5533C443-48B8-4D1F-B151-33629DF77D65}" type="slidenum">
              <a:rPr lang="pl-PL" smtClean="0"/>
              <a:t>‹#›</a:t>
            </a:fld>
            <a:endParaRPr lang="pl-PL"/>
          </a:p>
        </p:txBody>
      </p:sp>
    </p:spTree>
    <p:extLst>
      <p:ext uri="{BB962C8B-B14F-4D97-AF65-F5344CB8AC3E}">
        <p14:creationId xmlns:p14="http://schemas.microsoft.com/office/powerpoint/2010/main" val="3315688535"/>
      </p:ext>
    </p:extLst>
  </p:cSld>
  <p:clrMap bg1="lt1" tx1="dk1" bg2="lt2" tx2="dk2" accent1="accent1" accent2="accent2" accent3="accent3" accent4="accent4" accent5="accent5" accent6="accent6" hlink="hlink" folHlink="folHlink"/>
  <p:sldLayoutIdLst>
    <p:sldLayoutId id="2147483798" r:id="rId1"/>
    <p:sldLayoutId id="2147483799" r:id="rId2"/>
    <p:sldLayoutId id="2147483800" r:id="rId3"/>
    <p:sldLayoutId id="2147483801" r:id="rId4"/>
    <p:sldLayoutId id="2147483802" r:id="rId5"/>
    <p:sldLayoutId id="2147483803" r:id="rId6"/>
    <p:sldLayoutId id="2147483804" r:id="rId7"/>
    <p:sldLayoutId id="2147483805" r:id="rId8"/>
    <p:sldLayoutId id="2147483806" r:id="rId9"/>
    <p:sldLayoutId id="2147483807" r:id="rId10"/>
    <p:sldLayoutId id="2147483808" r:id="rId11"/>
  </p:sldLayoutIdLst>
  <p:txStyles>
    <p:title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p:titleStyle>
    <p:body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mn-lt"/>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mn-lt"/>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2CA40538-3C91-0285-6403-008E9845EB39}"/>
              </a:ext>
            </a:extLst>
          </p:cNvPr>
          <p:cNvSpPr>
            <a:spLocks noGrp="1"/>
          </p:cNvSpPr>
          <p:nvPr>
            <p:ph type="ctrTitle"/>
          </p:nvPr>
        </p:nvSpPr>
        <p:spPr>
          <a:xfrm>
            <a:off x="484094" y="609601"/>
            <a:ext cx="11474823" cy="2250140"/>
          </a:xfrm>
        </p:spPr>
        <p:txBody>
          <a:bodyPr>
            <a:normAutofit/>
          </a:bodyPr>
          <a:lstStyle/>
          <a:p>
            <a:pPr algn="just"/>
            <a:r>
              <a:rPr lang="pl-PL" sz="3600" dirty="0"/>
              <a:t>System dekoracji wnętrz z wykorzystaniem technologii wirtualnej rzeczywistości (VR)</a:t>
            </a:r>
          </a:p>
        </p:txBody>
      </p:sp>
      <p:sp>
        <p:nvSpPr>
          <p:cNvPr id="3" name="Podtytuł 2">
            <a:extLst>
              <a:ext uri="{FF2B5EF4-FFF2-40B4-BE49-F238E27FC236}">
                <a16:creationId xmlns:a16="http://schemas.microsoft.com/office/drawing/2014/main" id="{1E745161-37A2-B311-6EF3-6BEF01FEB9C1}"/>
              </a:ext>
            </a:extLst>
          </p:cNvPr>
          <p:cNvSpPr>
            <a:spLocks noGrp="1"/>
          </p:cNvSpPr>
          <p:nvPr>
            <p:ph type="subTitle" idx="1"/>
          </p:nvPr>
        </p:nvSpPr>
        <p:spPr>
          <a:xfrm>
            <a:off x="1751011" y="4401670"/>
            <a:ext cx="10207905" cy="1389529"/>
          </a:xfrm>
        </p:spPr>
        <p:txBody>
          <a:bodyPr>
            <a:normAutofit lnSpcReduction="10000"/>
          </a:bodyPr>
          <a:lstStyle/>
          <a:p>
            <a:pPr algn="r"/>
            <a:r>
              <a:rPr lang="pl-PL" dirty="0"/>
              <a:t>Autor: Andrzej </a:t>
            </a:r>
            <a:r>
              <a:rPr lang="pl-PL" dirty="0" err="1"/>
              <a:t>Paruch</a:t>
            </a:r>
            <a:endParaRPr lang="pl-PL" dirty="0"/>
          </a:p>
          <a:p>
            <a:pPr algn="r"/>
            <a:r>
              <a:rPr lang="pl-PL" dirty="0"/>
              <a:t>Nr indeksu: 136606</a:t>
            </a:r>
          </a:p>
          <a:p>
            <a:pPr algn="r"/>
            <a:r>
              <a:rPr lang="pl-PL" dirty="0"/>
              <a:t>Promotor: </a:t>
            </a:r>
            <a:r>
              <a:rPr lang="de-DE" dirty="0" err="1"/>
              <a:t>dr</a:t>
            </a:r>
            <a:r>
              <a:rPr lang="de-DE" dirty="0"/>
              <a:t> hab. </a:t>
            </a:r>
            <a:r>
              <a:rPr lang="de-DE" dirty="0" err="1"/>
              <a:t>inż</a:t>
            </a:r>
            <a:r>
              <a:rPr lang="de-DE" dirty="0"/>
              <a:t>.</a:t>
            </a:r>
            <a:r>
              <a:rPr lang="pl-PL" dirty="0"/>
              <a:t> Krystian Łapa</a:t>
            </a:r>
          </a:p>
        </p:txBody>
      </p:sp>
    </p:spTree>
    <p:extLst>
      <p:ext uri="{BB962C8B-B14F-4D97-AF65-F5344CB8AC3E}">
        <p14:creationId xmlns:p14="http://schemas.microsoft.com/office/powerpoint/2010/main" val="17343902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235D3C0E-076B-3A57-7825-4D74952B4D8C}"/>
              </a:ext>
            </a:extLst>
          </p:cNvPr>
          <p:cNvSpPr>
            <a:spLocks noGrp="1"/>
          </p:cNvSpPr>
          <p:nvPr>
            <p:ph type="title"/>
          </p:nvPr>
        </p:nvSpPr>
        <p:spPr>
          <a:xfrm>
            <a:off x="143435" y="367554"/>
            <a:ext cx="11905130" cy="995082"/>
          </a:xfrm>
        </p:spPr>
        <p:txBody>
          <a:bodyPr/>
          <a:lstStyle/>
          <a:p>
            <a:r>
              <a:rPr lang="pl-PL" dirty="0"/>
              <a:t>Wstęp – Dekoracja Wnętrz</a:t>
            </a:r>
          </a:p>
        </p:txBody>
      </p:sp>
      <p:sp>
        <p:nvSpPr>
          <p:cNvPr id="3" name="Symbol zastępczy zawartości 2">
            <a:extLst>
              <a:ext uri="{FF2B5EF4-FFF2-40B4-BE49-F238E27FC236}">
                <a16:creationId xmlns:a16="http://schemas.microsoft.com/office/drawing/2014/main" id="{C1C283A6-727F-B5EB-5A2D-06AD50C05DEC}"/>
              </a:ext>
            </a:extLst>
          </p:cNvPr>
          <p:cNvSpPr>
            <a:spLocks noGrp="1"/>
          </p:cNvSpPr>
          <p:nvPr>
            <p:ph idx="1"/>
          </p:nvPr>
        </p:nvSpPr>
        <p:spPr>
          <a:xfrm>
            <a:off x="143435" y="1362637"/>
            <a:ext cx="11134166" cy="5307104"/>
          </a:xfrm>
        </p:spPr>
        <p:txBody>
          <a:bodyPr/>
          <a:lstStyle/>
          <a:p>
            <a:pPr marL="0" indent="0">
              <a:buNone/>
            </a:pPr>
            <a:r>
              <a:rPr lang="pl-PL" sz="1400" dirty="0"/>
              <a:t>Program do projektowania wnętrz to narzędzie do wizualizacji i aranżacji pomieszczeń w 3D i 2D. Za pomocą takich aplikacji można zaplanować układ pomieszczenia, mebli, czy ścian. Są bardzo pomocne przy planowaniu remontów, czy budowy domu. Ich wielką zaletą jest dokładność i precyzja wizualizacji, która pozwala na dokładne odwzorowanie rzeczywistości. Oferują dużą funkcjonalność i sporą bazę gotowych rozwiązań, aczkolwiek przez to ich obsługa jest skomplikowana i wymagająca wielogodzinnej nauki.</a:t>
            </a:r>
          </a:p>
          <a:p>
            <a:pPr marL="0" indent="0">
              <a:buNone/>
            </a:pPr>
            <a:r>
              <a:rPr lang="pl-PL" sz="1400" dirty="0"/>
              <a:t>Porównanie programów do projektowania wnętrz:</a:t>
            </a:r>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p:txBody>
      </p:sp>
      <p:graphicFrame>
        <p:nvGraphicFramePr>
          <p:cNvPr id="4" name="Tabela 3">
            <a:extLst>
              <a:ext uri="{FF2B5EF4-FFF2-40B4-BE49-F238E27FC236}">
                <a16:creationId xmlns:a16="http://schemas.microsoft.com/office/drawing/2014/main" id="{95B1D090-ACAB-9825-85C3-B534E9DAFD9B}"/>
              </a:ext>
            </a:extLst>
          </p:cNvPr>
          <p:cNvGraphicFramePr>
            <a:graphicFrameLocks noGrp="1"/>
          </p:cNvGraphicFramePr>
          <p:nvPr>
            <p:extLst>
              <p:ext uri="{D42A27DB-BD31-4B8C-83A1-F6EECF244321}">
                <p14:modId xmlns:p14="http://schemas.microsoft.com/office/powerpoint/2010/main" val="1548145093"/>
              </p:ext>
            </p:extLst>
          </p:nvPr>
        </p:nvGraphicFramePr>
        <p:xfrm>
          <a:off x="143432" y="2897285"/>
          <a:ext cx="11134168" cy="3835210"/>
        </p:xfrm>
        <a:graphic>
          <a:graphicData uri="http://schemas.openxmlformats.org/drawingml/2006/table">
            <a:tbl>
              <a:tblPr firstRow="1" firstCol="1" bandRow="1">
                <a:tableStyleId>{5C22544A-7EE6-4342-B048-85BDC9FD1C3A}</a:tableStyleId>
              </a:tblPr>
              <a:tblGrid>
                <a:gridCol w="2225840">
                  <a:extLst>
                    <a:ext uri="{9D8B030D-6E8A-4147-A177-3AD203B41FA5}">
                      <a16:colId xmlns:a16="http://schemas.microsoft.com/office/drawing/2014/main" val="121564756"/>
                    </a:ext>
                  </a:extLst>
                </a:gridCol>
                <a:gridCol w="2227082">
                  <a:extLst>
                    <a:ext uri="{9D8B030D-6E8A-4147-A177-3AD203B41FA5}">
                      <a16:colId xmlns:a16="http://schemas.microsoft.com/office/drawing/2014/main" val="1898770979"/>
                    </a:ext>
                  </a:extLst>
                </a:gridCol>
                <a:gridCol w="2227082">
                  <a:extLst>
                    <a:ext uri="{9D8B030D-6E8A-4147-A177-3AD203B41FA5}">
                      <a16:colId xmlns:a16="http://schemas.microsoft.com/office/drawing/2014/main" val="467455197"/>
                    </a:ext>
                  </a:extLst>
                </a:gridCol>
                <a:gridCol w="2227082">
                  <a:extLst>
                    <a:ext uri="{9D8B030D-6E8A-4147-A177-3AD203B41FA5}">
                      <a16:colId xmlns:a16="http://schemas.microsoft.com/office/drawing/2014/main" val="2165750682"/>
                    </a:ext>
                  </a:extLst>
                </a:gridCol>
                <a:gridCol w="2227082">
                  <a:extLst>
                    <a:ext uri="{9D8B030D-6E8A-4147-A177-3AD203B41FA5}">
                      <a16:colId xmlns:a16="http://schemas.microsoft.com/office/drawing/2014/main" val="4036706159"/>
                    </a:ext>
                  </a:extLst>
                </a:gridCol>
              </a:tblGrid>
              <a:tr h="217678">
                <a:tc>
                  <a:txBody>
                    <a:bodyPr/>
                    <a:lstStyle/>
                    <a:p>
                      <a:pPr algn="l">
                        <a:lnSpc>
                          <a:spcPct val="150000"/>
                        </a:lnSpc>
                        <a:buNone/>
                      </a:pPr>
                      <a:r>
                        <a:rPr lang="pl-PL" sz="1100">
                          <a:effectLst/>
                        </a:rPr>
                        <a:t>Nazwa</a:t>
                      </a:r>
                      <a:endParaRPr lang="pl-PL" sz="110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a:effectLst/>
                        </a:rPr>
                        <a:t>Forma płatności</a:t>
                      </a:r>
                      <a:endParaRPr lang="pl-PL" sz="110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dirty="0">
                          <a:effectLst/>
                        </a:rPr>
                        <a:t>Cena</a:t>
                      </a:r>
                      <a:endParaRPr lang="pl-PL" sz="1100" dirty="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a:effectLst/>
                        </a:rPr>
                        <a:t>Forma Wizualizacji</a:t>
                      </a:r>
                      <a:endParaRPr lang="pl-PL" sz="110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a:effectLst/>
                        </a:rPr>
                        <a:t>Oferowane Usługi</a:t>
                      </a:r>
                      <a:endParaRPr lang="pl-PL" sz="110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extLst>
                  <a:ext uri="{0D108BD9-81ED-4DB2-BD59-A6C34878D82A}">
                    <a16:rowId xmlns:a16="http://schemas.microsoft.com/office/drawing/2014/main" val="3723430035"/>
                  </a:ext>
                </a:extLst>
              </a:tr>
              <a:tr h="714879">
                <a:tc>
                  <a:txBody>
                    <a:bodyPr/>
                    <a:lstStyle/>
                    <a:p>
                      <a:pPr algn="l">
                        <a:lnSpc>
                          <a:spcPct val="150000"/>
                        </a:lnSpc>
                        <a:buNone/>
                      </a:pPr>
                      <a:r>
                        <a:rPr lang="pl-PL" sz="1100">
                          <a:effectLst/>
                        </a:rPr>
                        <a:t>Homestyler</a:t>
                      </a:r>
                      <a:endParaRPr lang="pl-PL" sz="110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a:effectLst/>
                        </a:rPr>
                        <a:t>Abonament</a:t>
                      </a:r>
                      <a:endParaRPr lang="pl-PL" sz="110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a:effectLst/>
                        </a:rPr>
                        <a:t>Darmowy/$19.6</a:t>
                      </a:r>
                      <a:endParaRPr lang="pl-PL" sz="110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dirty="0">
                          <a:effectLst/>
                        </a:rPr>
                        <a:t>2D/3D/VR</a:t>
                      </a:r>
                      <a:endParaRPr lang="pl-PL" sz="1100" dirty="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a:effectLst/>
                        </a:rPr>
                        <a:t>Duża baza mebli, Konwertowanie planow 2D na 3D, Prezentacja VR, Moduł AI</a:t>
                      </a:r>
                      <a:endParaRPr lang="pl-PL" sz="110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extLst>
                  <a:ext uri="{0D108BD9-81ED-4DB2-BD59-A6C34878D82A}">
                    <a16:rowId xmlns:a16="http://schemas.microsoft.com/office/drawing/2014/main" val="2098198958"/>
                  </a:ext>
                </a:extLst>
              </a:tr>
              <a:tr h="714879">
                <a:tc>
                  <a:txBody>
                    <a:bodyPr/>
                    <a:lstStyle/>
                    <a:p>
                      <a:pPr algn="l">
                        <a:lnSpc>
                          <a:spcPct val="150000"/>
                        </a:lnSpc>
                        <a:buNone/>
                      </a:pPr>
                      <a:r>
                        <a:rPr lang="pl-PL" sz="1100" dirty="0" err="1">
                          <a:effectLst/>
                        </a:rPr>
                        <a:t>Sweet</a:t>
                      </a:r>
                      <a:r>
                        <a:rPr lang="pl-PL" sz="1100" dirty="0">
                          <a:effectLst/>
                        </a:rPr>
                        <a:t> Home 3D</a:t>
                      </a:r>
                      <a:endParaRPr lang="pl-PL" sz="1100" dirty="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dirty="0">
                          <a:effectLst/>
                        </a:rPr>
                        <a:t>-</a:t>
                      </a:r>
                      <a:endParaRPr lang="pl-PL" sz="1100" dirty="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dirty="0">
                          <a:effectLst/>
                        </a:rPr>
                        <a:t>Darmowy</a:t>
                      </a:r>
                      <a:endParaRPr lang="pl-PL" sz="1100" dirty="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dirty="0">
                          <a:effectLst/>
                        </a:rPr>
                        <a:t>2D/3D</a:t>
                      </a:r>
                      <a:endParaRPr lang="pl-PL" sz="1100" dirty="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a:effectLst/>
                        </a:rPr>
                        <a:t>Spora biblioteka mebli, możliwość tworzenia własnych wtyczek</a:t>
                      </a:r>
                      <a:endParaRPr lang="pl-PL" sz="110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extLst>
                  <a:ext uri="{0D108BD9-81ED-4DB2-BD59-A6C34878D82A}">
                    <a16:rowId xmlns:a16="http://schemas.microsoft.com/office/drawing/2014/main" val="1369130517"/>
                  </a:ext>
                </a:extLst>
              </a:tr>
              <a:tr h="963510">
                <a:tc>
                  <a:txBody>
                    <a:bodyPr/>
                    <a:lstStyle/>
                    <a:p>
                      <a:pPr algn="l">
                        <a:lnSpc>
                          <a:spcPct val="150000"/>
                        </a:lnSpc>
                        <a:buNone/>
                      </a:pPr>
                      <a:r>
                        <a:rPr lang="pl-PL" sz="1100">
                          <a:effectLst/>
                        </a:rPr>
                        <a:t>Sketch Up</a:t>
                      </a:r>
                      <a:endParaRPr lang="pl-PL" sz="110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dirty="0">
                          <a:effectLst/>
                        </a:rPr>
                        <a:t>Zakup licencji na rok</a:t>
                      </a:r>
                      <a:endParaRPr lang="pl-PL" sz="1100" dirty="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dirty="0">
                          <a:effectLst/>
                        </a:rPr>
                        <a:t>1 786,73 zł-5 136 zł</a:t>
                      </a:r>
                      <a:endParaRPr lang="pl-PL" sz="1100" dirty="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dirty="0">
                          <a:effectLst/>
                        </a:rPr>
                        <a:t>2D/3D</a:t>
                      </a:r>
                      <a:endParaRPr lang="pl-PL" sz="1100" dirty="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a:effectLst/>
                        </a:rPr>
                        <a:t>Baza gotowych modeli, Tworzenie modeli w oparciu o zdjęcia, Baza wtyczek do programu</a:t>
                      </a:r>
                      <a:endParaRPr lang="pl-PL" sz="110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extLst>
                  <a:ext uri="{0D108BD9-81ED-4DB2-BD59-A6C34878D82A}">
                    <a16:rowId xmlns:a16="http://schemas.microsoft.com/office/drawing/2014/main" val="3768092719"/>
                  </a:ext>
                </a:extLst>
              </a:tr>
              <a:tr h="714879">
                <a:tc>
                  <a:txBody>
                    <a:bodyPr/>
                    <a:lstStyle/>
                    <a:p>
                      <a:pPr algn="l">
                        <a:lnSpc>
                          <a:spcPct val="150000"/>
                        </a:lnSpc>
                        <a:buNone/>
                      </a:pPr>
                      <a:r>
                        <a:rPr lang="pl-PL" sz="1100">
                          <a:effectLst/>
                        </a:rPr>
                        <a:t>Live Home 3D</a:t>
                      </a:r>
                      <a:endParaRPr lang="pl-PL" sz="110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a:effectLst/>
                        </a:rPr>
                        <a:t>Zakup Jednorazowy</a:t>
                      </a:r>
                      <a:endParaRPr lang="pl-PL" sz="110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dirty="0">
                          <a:effectLst/>
                        </a:rPr>
                        <a:t>Darmowy/$99.99</a:t>
                      </a:r>
                      <a:endParaRPr lang="pl-PL" sz="1100" dirty="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dirty="0">
                          <a:effectLst/>
                          <a:latin typeface="Arial" panose="020B0604020202020204" pitchFamily="34" charset="0"/>
                          <a:ea typeface="Calibri" panose="020F0502020204030204" pitchFamily="34" charset="0"/>
                          <a:cs typeface="Times New Roman" panose="02020603050405020304" pitchFamily="18" charset="0"/>
                        </a:rPr>
                        <a:t>2D/3D</a:t>
                      </a:r>
                    </a:p>
                  </a:txBody>
                  <a:tcPr marL="25291" marR="25291" marT="0" marB="0"/>
                </a:tc>
                <a:tc>
                  <a:txBody>
                    <a:bodyPr/>
                    <a:lstStyle/>
                    <a:p>
                      <a:pPr algn="l">
                        <a:lnSpc>
                          <a:spcPct val="150000"/>
                        </a:lnSpc>
                        <a:buNone/>
                      </a:pPr>
                      <a:r>
                        <a:rPr lang="pl-PL" sz="1100">
                          <a:effectLst/>
                        </a:rPr>
                        <a:t>Baza gotowych modeli, importowanie własnych modeli, Dostępne na urządzenia mobilne</a:t>
                      </a:r>
                      <a:endParaRPr lang="pl-PL" sz="110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extLst>
                  <a:ext uri="{0D108BD9-81ED-4DB2-BD59-A6C34878D82A}">
                    <a16:rowId xmlns:a16="http://schemas.microsoft.com/office/drawing/2014/main" val="2407908265"/>
                  </a:ext>
                </a:extLst>
              </a:tr>
              <a:tr h="466247">
                <a:tc>
                  <a:txBody>
                    <a:bodyPr/>
                    <a:lstStyle/>
                    <a:p>
                      <a:pPr algn="l">
                        <a:lnSpc>
                          <a:spcPct val="150000"/>
                        </a:lnSpc>
                        <a:buNone/>
                      </a:pPr>
                      <a:r>
                        <a:rPr lang="pl-PL" sz="1100">
                          <a:effectLst/>
                        </a:rPr>
                        <a:t>p.Con planner</a:t>
                      </a:r>
                      <a:endParaRPr lang="pl-PL" sz="110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a:effectLst/>
                        </a:rPr>
                        <a:t>Zakup Jednorazowy</a:t>
                      </a:r>
                      <a:endParaRPr lang="pl-PL" sz="110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dirty="0">
                          <a:effectLst/>
                        </a:rPr>
                        <a:t>Darmowy/19 999 </a:t>
                      </a:r>
                      <a:r>
                        <a:rPr lang="pl-PL" sz="1100" dirty="0" err="1">
                          <a:effectLst/>
                        </a:rPr>
                        <a:t>zl</a:t>
                      </a:r>
                      <a:endParaRPr lang="pl-PL" sz="1100" dirty="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dirty="0">
                          <a:effectLst/>
                        </a:rPr>
                        <a:t>2D/3D/VR</a:t>
                      </a:r>
                      <a:endParaRPr lang="pl-PL" sz="1100" dirty="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dirty="0">
                          <a:effectLst/>
                        </a:rPr>
                        <a:t>Baza gotowych modeli, Wtyczka VR</a:t>
                      </a:r>
                      <a:endParaRPr lang="pl-PL" sz="1100" dirty="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extLst>
                  <a:ext uri="{0D108BD9-81ED-4DB2-BD59-A6C34878D82A}">
                    <a16:rowId xmlns:a16="http://schemas.microsoft.com/office/drawing/2014/main" val="3872065160"/>
                  </a:ext>
                </a:extLst>
              </a:tr>
            </a:tbl>
          </a:graphicData>
        </a:graphic>
      </p:graphicFrame>
    </p:spTree>
    <p:extLst>
      <p:ext uri="{BB962C8B-B14F-4D97-AF65-F5344CB8AC3E}">
        <p14:creationId xmlns:p14="http://schemas.microsoft.com/office/powerpoint/2010/main" val="153434008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D95AA1-20F1-C00D-89C8-8B03690B0DA3}"/>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B864EDC4-F17F-2865-AC10-6C1BA8006CC4}"/>
              </a:ext>
            </a:extLst>
          </p:cNvPr>
          <p:cNvSpPr>
            <a:spLocks noGrp="1"/>
          </p:cNvSpPr>
          <p:nvPr>
            <p:ph type="title"/>
          </p:nvPr>
        </p:nvSpPr>
        <p:spPr>
          <a:xfrm>
            <a:off x="143435" y="367554"/>
            <a:ext cx="11905130" cy="995082"/>
          </a:xfrm>
        </p:spPr>
        <p:txBody>
          <a:bodyPr/>
          <a:lstStyle/>
          <a:p>
            <a:r>
              <a:rPr lang="pl-PL" dirty="0"/>
              <a:t>Wstęp – Wirtualna Rzeczywistość</a:t>
            </a:r>
          </a:p>
        </p:txBody>
      </p:sp>
      <p:sp>
        <p:nvSpPr>
          <p:cNvPr id="3" name="Symbol zastępczy zawartości 2">
            <a:extLst>
              <a:ext uri="{FF2B5EF4-FFF2-40B4-BE49-F238E27FC236}">
                <a16:creationId xmlns:a16="http://schemas.microsoft.com/office/drawing/2014/main" id="{AD179727-D455-3887-E97B-7DCE0D82CB70}"/>
              </a:ext>
            </a:extLst>
          </p:cNvPr>
          <p:cNvSpPr>
            <a:spLocks noGrp="1"/>
          </p:cNvSpPr>
          <p:nvPr>
            <p:ph idx="1"/>
          </p:nvPr>
        </p:nvSpPr>
        <p:spPr>
          <a:xfrm>
            <a:off x="143435" y="1362637"/>
            <a:ext cx="11080378" cy="5307104"/>
          </a:xfrm>
        </p:spPr>
        <p:txBody>
          <a:bodyPr/>
          <a:lstStyle/>
          <a:p>
            <a:pPr marL="0" indent="0">
              <a:buNone/>
            </a:pPr>
            <a:r>
              <a:rPr lang="pl-PL" sz="1400" dirty="0"/>
              <a:t>Rzeczywistość wirtualna to obraz sztucznej rzeczywistości stworzony przy wykorzystaniu technologii informatycznej. Polega na multimedialnym kreowaniu komputerowej wizji przedmiotów, przestrzeni i zdarzeń. Może on reprezentować zarówno elementy świata realnego, jak i zupełnie fikcyjnego. Najważniejszym elementem tej technologii jest interakcja z wirtualnym środowiskiem oparta o ruch użytkownika. Jest ona używana do wizualizacji, gdzie użytkownik w pierwszej osobie może obejrzeć projekt. </a:t>
            </a:r>
          </a:p>
          <a:p>
            <a:pPr marL="0" indent="0">
              <a:buNone/>
            </a:pPr>
            <a:r>
              <a:rPr lang="pl-PL" sz="1400" dirty="0"/>
              <a:t>Spis zestawów VR:</a:t>
            </a:r>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p:txBody>
      </p:sp>
      <p:graphicFrame>
        <p:nvGraphicFramePr>
          <p:cNvPr id="4" name="Tabela 3">
            <a:extLst>
              <a:ext uri="{FF2B5EF4-FFF2-40B4-BE49-F238E27FC236}">
                <a16:creationId xmlns:a16="http://schemas.microsoft.com/office/drawing/2014/main" id="{290F22CC-A695-CAE5-D03C-7BC5B13E9C34}"/>
              </a:ext>
            </a:extLst>
          </p:cNvPr>
          <p:cNvGraphicFramePr>
            <a:graphicFrameLocks noGrp="1"/>
          </p:cNvGraphicFramePr>
          <p:nvPr>
            <p:extLst>
              <p:ext uri="{D42A27DB-BD31-4B8C-83A1-F6EECF244321}">
                <p14:modId xmlns:p14="http://schemas.microsoft.com/office/powerpoint/2010/main" val="2996903066"/>
              </p:ext>
            </p:extLst>
          </p:nvPr>
        </p:nvGraphicFramePr>
        <p:xfrm>
          <a:off x="143434" y="2698376"/>
          <a:ext cx="11080380" cy="3971869"/>
        </p:xfrm>
        <a:graphic>
          <a:graphicData uri="http://schemas.openxmlformats.org/drawingml/2006/table">
            <a:tbl>
              <a:tblPr firstRow="1" firstCol="1" bandRow="1">
                <a:tableStyleId>{5C22544A-7EE6-4342-B048-85BDC9FD1C3A}</a:tableStyleId>
              </a:tblPr>
              <a:tblGrid>
                <a:gridCol w="1207532">
                  <a:extLst>
                    <a:ext uri="{9D8B030D-6E8A-4147-A177-3AD203B41FA5}">
                      <a16:colId xmlns:a16="http://schemas.microsoft.com/office/drawing/2014/main" val="3667982810"/>
                    </a:ext>
                  </a:extLst>
                </a:gridCol>
                <a:gridCol w="1679669">
                  <a:extLst>
                    <a:ext uri="{9D8B030D-6E8A-4147-A177-3AD203B41FA5}">
                      <a16:colId xmlns:a16="http://schemas.microsoft.com/office/drawing/2014/main" val="8836512"/>
                    </a:ext>
                  </a:extLst>
                </a:gridCol>
                <a:gridCol w="887420">
                  <a:extLst>
                    <a:ext uri="{9D8B030D-6E8A-4147-A177-3AD203B41FA5}">
                      <a16:colId xmlns:a16="http://schemas.microsoft.com/office/drawing/2014/main" val="2925828577"/>
                    </a:ext>
                  </a:extLst>
                </a:gridCol>
                <a:gridCol w="1689556">
                  <a:extLst>
                    <a:ext uri="{9D8B030D-6E8A-4147-A177-3AD203B41FA5}">
                      <a16:colId xmlns:a16="http://schemas.microsoft.com/office/drawing/2014/main" val="3971175562"/>
                    </a:ext>
                  </a:extLst>
                </a:gridCol>
                <a:gridCol w="1615398">
                  <a:extLst>
                    <a:ext uri="{9D8B030D-6E8A-4147-A177-3AD203B41FA5}">
                      <a16:colId xmlns:a16="http://schemas.microsoft.com/office/drawing/2014/main" val="3421818127"/>
                    </a:ext>
                  </a:extLst>
                </a:gridCol>
                <a:gridCol w="1239669">
                  <a:extLst>
                    <a:ext uri="{9D8B030D-6E8A-4147-A177-3AD203B41FA5}">
                      <a16:colId xmlns:a16="http://schemas.microsoft.com/office/drawing/2014/main" val="1681559505"/>
                    </a:ext>
                  </a:extLst>
                </a:gridCol>
                <a:gridCol w="1929333">
                  <a:extLst>
                    <a:ext uri="{9D8B030D-6E8A-4147-A177-3AD203B41FA5}">
                      <a16:colId xmlns:a16="http://schemas.microsoft.com/office/drawing/2014/main" val="239348676"/>
                    </a:ext>
                  </a:extLst>
                </a:gridCol>
                <a:gridCol w="831803">
                  <a:extLst>
                    <a:ext uri="{9D8B030D-6E8A-4147-A177-3AD203B41FA5}">
                      <a16:colId xmlns:a16="http://schemas.microsoft.com/office/drawing/2014/main" val="4161427337"/>
                    </a:ext>
                  </a:extLst>
                </a:gridCol>
              </a:tblGrid>
              <a:tr h="274807">
                <a:tc>
                  <a:txBody>
                    <a:bodyPr/>
                    <a:lstStyle/>
                    <a:p>
                      <a:pPr algn="just">
                        <a:lnSpc>
                          <a:spcPct val="150000"/>
                        </a:lnSpc>
                        <a:buNone/>
                      </a:pPr>
                      <a:r>
                        <a:rPr lang="pl-PL" sz="1200" dirty="0">
                          <a:effectLst/>
                        </a:rPr>
                        <a:t>Nazwa</a:t>
                      </a:r>
                      <a:endParaRPr lang="pl-PL" sz="1200" dirty="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Typ</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Cena</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Rozdzielczość na oko</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Odświerzanie</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CPU</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Kontrolery</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Bateria</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extLst>
                  <a:ext uri="{0D108BD9-81ED-4DB2-BD59-A6C34878D82A}">
                    <a16:rowId xmlns:a16="http://schemas.microsoft.com/office/drawing/2014/main" val="168281251"/>
                  </a:ext>
                </a:extLst>
              </a:tr>
              <a:tr h="1216325">
                <a:tc>
                  <a:txBody>
                    <a:bodyPr/>
                    <a:lstStyle/>
                    <a:p>
                      <a:pPr algn="just">
                        <a:lnSpc>
                          <a:spcPct val="150000"/>
                        </a:lnSpc>
                        <a:buNone/>
                      </a:pPr>
                      <a:r>
                        <a:rPr lang="pl-PL" sz="1200" dirty="0">
                          <a:effectLst/>
                        </a:rPr>
                        <a:t>Meta Quest 3</a:t>
                      </a:r>
                      <a:endParaRPr lang="pl-PL" sz="1200" dirty="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dirty="0">
                          <a:effectLst/>
                        </a:rPr>
                        <a:t>Autonomiczne</a:t>
                      </a:r>
                      <a:endParaRPr lang="pl-PL" sz="1200" dirty="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dirty="0">
                          <a:effectLst/>
                        </a:rPr>
                        <a:t>$499</a:t>
                      </a:r>
                      <a:endParaRPr lang="pl-PL" sz="1200" dirty="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2064x2208</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120 Hz</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Octa-core Kryo (1 x 3.19 GHz, 4 x 2.8 GHz, 3 x 2.0 GHz)</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2 x Meta Quest Touch Plus Controllers</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2.2 h</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extLst>
                  <a:ext uri="{0D108BD9-81ED-4DB2-BD59-A6C34878D82A}">
                    <a16:rowId xmlns:a16="http://schemas.microsoft.com/office/drawing/2014/main" val="2995885317"/>
                  </a:ext>
                </a:extLst>
              </a:tr>
              <a:tr h="588695">
                <a:tc>
                  <a:txBody>
                    <a:bodyPr/>
                    <a:lstStyle/>
                    <a:p>
                      <a:pPr algn="just">
                        <a:lnSpc>
                          <a:spcPct val="150000"/>
                        </a:lnSpc>
                        <a:buNone/>
                      </a:pPr>
                      <a:r>
                        <a:rPr lang="pl-PL" sz="1200" dirty="0">
                          <a:effectLst/>
                        </a:rPr>
                        <a:t>Samsung Galaxy XR</a:t>
                      </a:r>
                      <a:endParaRPr lang="pl-PL" sz="1200" dirty="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Autonomiczne</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$2048</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dirty="0">
                          <a:effectLst/>
                        </a:rPr>
                        <a:t>3552x3840</a:t>
                      </a:r>
                      <a:endParaRPr lang="pl-PL" sz="1200" dirty="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90 Hz</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Snapdragon XR2+ Gen 2</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2 x Samsung Galaxy XR Controller</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dirty="0">
                          <a:effectLst/>
                        </a:rPr>
                        <a:t>2 h</a:t>
                      </a:r>
                      <a:endParaRPr lang="pl-PL" sz="1200" dirty="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extLst>
                  <a:ext uri="{0D108BD9-81ED-4DB2-BD59-A6C34878D82A}">
                    <a16:rowId xmlns:a16="http://schemas.microsoft.com/office/drawing/2014/main" val="1280808134"/>
                  </a:ext>
                </a:extLst>
              </a:tr>
              <a:tr h="274879">
                <a:tc>
                  <a:txBody>
                    <a:bodyPr/>
                    <a:lstStyle/>
                    <a:p>
                      <a:pPr algn="just">
                        <a:lnSpc>
                          <a:spcPct val="150000"/>
                        </a:lnSpc>
                        <a:buNone/>
                      </a:pPr>
                      <a:r>
                        <a:rPr lang="pl-PL" sz="1200">
                          <a:effectLst/>
                        </a:rPr>
                        <a:t>Valve Index</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dirty="0">
                          <a:effectLst/>
                        </a:rPr>
                        <a:t>Wymagany PC</a:t>
                      </a:r>
                      <a:endParaRPr lang="pl-PL" sz="1200" dirty="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$999</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dirty="0">
                          <a:effectLst/>
                        </a:rPr>
                        <a:t>1440x1600</a:t>
                      </a:r>
                      <a:endParaRPr lang="pl-PL" sz="1200" dirty="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144 Hz</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 </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2 x Index Controller</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 </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extLst>
                  <a:ext uri="{0D108BD9-81ED-4DB2-BD59-A6C34878D82A}">
                    <a16:rowId xmlns:a16="http://schemas.microsoft.com/office/drawing/2014/main" val="4172636155"/>
                  </a:ext>
                </a:extLst>
              </a:tr>
              <a:tr h="588695">
                <a:tc>
                  <a:txBody>
                    <a:bodyPr/>
                    <a:lstStyle/>
                    <a:p>
                      <a:pPr algn="just">
                        <a:lnSpc>
                          <a:spcPct val="150000"/>
                        </a:lnSpc>
                        <a:buNone/>
                      </a:pPr>
                      <a:r>
                        <a:rPr lang="pl-PL" sz="1200">
                          <a:effectLst/>
                        </a:rPr>
                        <a:t>Apple Vision Pro M5</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dirty="0">
                          <a:effectLst/>
                        </a:rPr>
                        <a:t>Autonomiczne</a:t>
                      </a:r>
                      <a:endParaRPr lang="pl-PL" sz="1200" dirty="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$3499</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dirty="0">
                          <a:effectLst/>
                        </a:rPr>
                        <a:t>3660x3200</a:t>
                      </a:r>
                      <a:endParaRPr lang="pl-PL" sz="1200" dirty="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dirty="0">
                          <a:effectLst/>
                        </a:rPr>
                        <a:t>120 </a:t>
                      </a:r>
                      <a:r>
                        <a:rPr lang="pl-PL" sz="1200" dirty="0" err="1">
                          <a:effectLst/>
                        </a:rPr>
                        <a:t>Hz</a:t>
                      </a:r>
                      <a:endParaRPr lang="pl-PL" sz="1200" dirty="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dirty="0">
                          <a:effectLst/>
                        </a:rPr>
                        <a:t>10-core (4 x 4.6 GHz, 6 x 3.0 GHz)</a:t>
                      </a:r>
                      <a:endParaRPr lang="pl-PL" sz="1200" dirty="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 </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2.5 h</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extLst>
                  <a:ext uri="{0D108BD9-81ED-4DB2-BD59-A6C34878D82A}">
                    <a16:rowId xmlns:a16="http://schemas.microsoft.com/office/drawing/2014/main" val="840387838"/>
                  </a:ext>
                </a:extLst>
              </a:tr>
              <a:tr h="588695">
                <a:tc>
                  <a:txBody>
                    <a:bodyPr/>
                    <a:lstStyle/>
                    <a:p>
                      <a:pPr algn="just">
                        <a:lnSpc>
                          <a:spcPct val="150000"/>
                        </a:lnSpc>
                        <a:buNone/>
                      </a:pPr>
                      <a:r>
                        <a:rPr lang="pl-PL" sz="1200">
                          <a:effectLst/>
                        </a:rPr>
                        <a:t>Playstation VR 2</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Wymagany PC</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$399</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2000X2040</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120 Hz</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dirty="0">
                          <a:effectLst/>
                        </a:rPr>
                        <a:t> </a:t>
                      </a:r>
                      <a:endParaRPr lang="pl-PL" sz="1200" dirty="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ctr">
                        <a:lnSpc>
                          <a:spcPct val="150000"/>
                        </a:lnSpc>
                        <a:buNone/>
                      </a:pPr>
                      <a:r>
                        <a:rPr lang="pl-PL" sz="1200" dirty="0">
                          <a:effectLst/>
                        </a:rPr>
                        <a:t>2 x </a:t>
                      </a:r>
                      <a:r>
                        <a:rPr lang="pl-PL" sz="1200" dirty="0" err="1">
                          <a:effectLst/>
                        </a:rPr>
                        <a:t>Playstation</a:t>
                      </a:r>
                      <a:r>
                        <a:rPr lang="pl-PL" sz="1200" dirty="0">
                          <a:effectLst/>
                        </a:rPr>
                        <a:t> VR2 </a:t>
                      </a:r>
                      <a:r>
                        <a:rPr lang="pl-PL" sz="1200" dirty="0" err="1">
                          <a:effectLst/>
                        </a:rPr>
                        <a:t>Sense</a:t>
                      </a:r>
                      <a:r>
                        <a:rPr lang="pl-PL" sz="1200" dirty="0">
                          <a:effectLst/>
                        </a:rPr>
                        <a:t> </a:t>
                      </a:r>
                      <a:r>
                        <a:rPr lang="pl-PL" sz="1200" dirty="0" err="1">
                          <a:effectLst/>
                        </a:rPr>
                        <a:t>Controlle</a:t>
                      </a:r>
                      <a:endParaRPr lang="pl-PL" sz="1200" dirty="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dirty="0">
                          <a:effectLst/>
                        </a:rPr>
                        <a:t> </a:t>
                      </a:r>
                      <a:endParaRPr lang="pl-PL" sz="1200" dirty="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extLst>
                  <a:ext uri="{0D108BD9-81ED-4DB2-BD59-A6C34878D82A}">
                    <a16:rowId xmlns:a16="http://schemas.microsoft.com/office/drawing/2014/main" val="1881099365"/>
                  </a:ext>
                </a:extLst>
              </a:tr>
            </a:tbl>
          </a:graphicData>
        </a:graphic>
      </p:graphicFrame>
    </p:spTree>
    <p:extLst>
      <p:ext uri="{BB962C8B-B14F-4D97-AF65-F5344CB8AC3E}">
        <p14:creationId xmlns:p14="http://schemas.microsoft.com/office/powerpoint/2010/main" val="101653780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E1B0B1-64E3-AE43-9E4E-484168DA1514}"/>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5D20FD28-C824-6802-44C4-61ADCC31F770}"/>
              </a:ext>
            </a:extLst>
          </p:cNvPr>
          <p:cNvSpPr>
            <a:spLocks noGrp="1"/>
          </p:cNvSpPr>
          <p:nvPr>
            <p:ph type="title"/>
          </p:nvPr>
        </p:nvSpPr>
        <p:spPr>
          <a:xfrm>
            <a:off x="143435" y="367554"/>
            <a:ext cx="11905130" cy="995082"/>
          </a:xfrm>
        </p:spPr>
        <p:txBody>
          <a:bodyPr/>
          <a:lstStyle/>
          <a:p>
            <a:r>
              <a:rPr lang="pl-PL" dirty="0"/>
              <a:t>Cel pracy</a:t>
            </a:r>
          </a:p>
        </p:txBody>
      </p:sp>
      <p:sp>
        <p:nvSpPr>
          <p:cNvPr id="3" name="Symbol zastępczy zawartości 2">
            <a:extLst>
              <a:ext uri="{FF2B5EF4-FFF2-40B4-BE49-F238E27FC236}">
                <a16:creationId xmlns:a16="http://schemas.microsoft.com/office/drawing/2014/main" id="{B0B5AD0F-5625-E6AE-87EA-335E4C52A4CD}"/>
              </a:ext>
            </a:extLst>
          </p:cNvPr>
          <p:cNvSpPr>
            <a:spLocks noGrp="1"/>
          </p:cNvSpPr>
          <p:nvPr>
            <p:ph idx="1"/>
          </p:nvPr>
        </p:nvSpPr>
        <p:spPr>
          <a:xfrm>
            <a:off x="143434" y="1362637"/>
            <a:ext cx="11071413" cy="5307104"/>
          </a:xfrm>
        </p:spPr>
        <p:txBody>
          <a:bodyPr>
            <a:noAutofit/>
          </a:bodyPr>
          <a:lstStyle/>
          <a:p>
            <a:pPr marL="0" indent="0" algn="just">
              <a:buNone/>
            </a:pPr>
            <a:r>
              <a:rPr lang="pl-PL" sz="1400" dirty="0"/>
              <a:t>Celem pracy jest opracowanie systemu do projektowania wnętrz, który wykorzysta technologię wirtualnej rzeczywistości. Obsługa całego programu ma być oparta o fizyczną interakcje za pośrednictwem kontrolerów śledzących ruch dłoni. To co będzie wyróżniać ten program od reszty podobnych rozwiązań to oparcie całego procesu projektowania wnętrza na wirtualnej rzeczywistości. Użytkownik za pomocą technologii wirtualnej rzeczywistości będzie w stanie zaprojektować jedno pomieszczenie. Ten projekt będzie mógł znaleźć zastosowanie w sklepach meblarskich jako oprogramowanie pomocnicze dla klientów. Pozwalające na szybką wizualizację przy pomocy modeli mebli dostarczonym przez sklep. </a:t>
            </a:r>
          </a:p>
          <a:p>
            <a:pPr marL="0" indent="0" algn="just">
              <a:buNone/>
            </a:pPr>
            <a:r>
              <a:rPr lang="pl-PL" sz="1400" dirty="0"/>
              <a:t>Podstawowe funkcjonalności:</a:t>
            </a:r>
          </a:p>
          <a:p>
            <a:pPr algn="just"/>
            <a:r>
              <a:rPr lang="pl-PL" sz="1400" dirty="0"/>
              <a:t>Generacja pomieszczeń na podstawie wymiarów podanych użytkownika</a:t>
            </a:r>
          </a:p>
          <a:p>
            <a:pPr algn="just"/>
            <a:r>
              <a:rPr lang="pl-PL" sz="1400" dirty="0"/>
              <a:t>Interakcja z otoczeniem oparta o ruch użytkownika</a:t>
            </a:r>
          </a:p>
          <a:p>
            <a:pPr algn="just"/>
            <a:r>
              <a:rPr lang="pl-PL" sz="1400" dirty="0"/>
              <a:t>Tworzenie i interakcja z przedmiotami</a:t>
            </a:r>
          </a:p>
          <a:p>
            <a:pPr algn="just"/>
            <a:r>
              <a:rPr lang="pl-PL" sz="1400" dirty="0"/>
              <a:t>Zmiana wyglądu i koloru ścian</a:t>
            </a:r>
          </a:p>
          <a:p>
            <a:pPr algn="just"/>
            <a:r>
              <a:rPr lang="pl-PL" sz="1400" dirty="0"/>
              <a:t>Tworzenie dodatkowych ścian</a:t>
            </a:r>
          </a:p>
          <a:p>
            <a:pPr algn="just"/>
            <a:r>
              <a:rPr lang="pl-PL" sz="1400" dirty="0"/>
              <a:t>Tworzenie stałych obiektów</a:t>
            </a:r>
          </a:p>
          <a:p>
            <a:pPr algn="just"/>
            <a:r>
              <a:rPr lang="pl-PL" sz="1400" dirty="0"/>
              <a:t>Podgląd z lotu ptaka</a:t>
            </a:r>
          </a:p>
          <a:p>
            <a:pPr marL="0" indent="0" algn="just">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p:txBody>
      </p:sp>
    </p:spTree>
    <p:extLst>
      <p:ext uri="{BB962C8B-B14F-4D97-AF65-F5344CB8AC3E}">
        <p14:creationId xmlns:p14="http://schemas.microsoft.com/office/powerpoint/2010/main" val="234789726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A3518-21B2-8591-7AC6-F00911F52BC7}"/>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CF366E2D-3434-BC7B-D652-A7186A18FD7F}"/>
              </a:ext>
            </a:extLst>
          </p:cNvPr>
          <p:cNvSpPr>
            <a:spLocks noGrp="1"/>
          </p:cNvSpPr>
          <p:nvPr>
            <p:ph type="title"/>
          </p:nvPr>
        </p:nvSpPr>
        <p:spPr>
          <a:xfrm>
            <a:off x="143435" y="367554"/>
            <a:ext cx="11905130" cy="995082"/>
          </a:xfrm>
        </p:spPr>
        <p:txBody>
          <a:bodyPr>
            <a:normAutofit/>
          </a:bodyPr>
          <a:lstStyle/>
          <a:p>
            <a:r>
              <a:rPr lang="pl-PL" dirty="0"/>
              <a:t>Implementacja Wirtualnej Rzeczywistości</a:t>
            </a:r>
          </a:p>
        </p:txBody>
      </p:sp>
      <p:sp>
        <p:nvSpPr>
          <p:cNvPr id="3" name="Symbol zastępczy zawartości 2">
            <a:extLst>
              <a:ext uri="{FF2B5EF4-FFF2-40B4-BE49-F238E27FC236}">
                <a16:creationId xmlns:a16="http://schemas.microsoft.com/office/drawing/2014/main" id="{7305A406-9550-27C8-41B7-2FCD30F1BA56}"/>
              </a:ext>
            </a:extLst>
          </p:cNvPr>
          <p:cNvSpPr>
            <a:spLocks noGrp="1"/>
          </p:cNvSpPr>
          <p:nvPr>
            <p:ph idx="1"/>
          </p:nvPr>
        </p:nvSpPr>
        <p:spPr>
          <a:xfrm>
            <a:off x="143435" y="1362637"/>
            <a:ext cx="11080378" cy="5307104"/>
          </a:xfrm>
        </p:spPr>
        <p:txBody>
          <a:bodyPr>
            <a:noAutofit/>
          </a:bodyPr>
          <a:lstStyle/>
          <a:p>
            <a:pPr marL="0" indent="0">
              <a:buNone/>
            </a:pPr>
            <a:r>
              <a:rPr lang="pl-PL" dirty="0"/>
              <a:t>Najważniejszym punktem w projekcie jest implementacja wirtualnej rzeczywistości do projektu. Jest ona fundamentem całego projektu i w oparciu o nią reszta funkcjonalności będzie opracowywana. Głównym zadaniem wirtualnej rzeczywistości jest zapewnienie intuicyjności w obsłudze systemu i danie użytkownikowi wolności w projektowaniu wnętrza.</a:t>
            </a:r>
          </a:p>
          <a:p>
            <a:pPr marL="0" indent="0">
              <a:buNone/>
            </a:pPr>
            <a:endParaRPr lang="pl-PL"/>
          </a:p>
          <a:p>
            <a:pPr marL="0" indent="0">
              <a:buNone/>
            </a:pPr>
            <a:endParaRPr lang="pl-PL" dirty="0"/>
          </a:p>
          <a:p>
            <a:pPr marL="0" indent="0">
              <a:buNone/>
            </a:pPr>
            <a:r>
              <a:rPr lang="pl-PL" dirty="0"/>
              <a:t>Podstawowymi zagadnieniami dotyczącego tego punktu jest:</a:t>
            </a:r>
          </a:p>
          <a:p>
            <a:r>
              <a:rPr lang="pl-PL" dirty="0"/>
              <a:t>Sposób poruszania się użytkownika po przestrzeni trójwymiarowej</a:t>
            </a:r>
          </a:p>
          <a:p>
            <a:r>
              <a:rPr lang="pl-PL" dirty="0"/>
              <a:t>Sposób sztucznego obrotu użytkownika</a:t>
            </a:r>
          </a:p>
          <a:p>
            <a:r>
              <a:rPr lang="pl-PL" dirty="0"/>
              <a:t>Interakcja z przedmiotami w przestrzeni trójwymiarowej</a:t>
            </a:r>
          </a:p>
          <a:p>
            <a:r>
              <a:rPr lang="pl-PL" dirty="0"/>
              <a:t>Uruchamianie oprogramowania natywnie na zestawie VR</a:t>
            </a:r>
          </a:p>
          <a:p>
            <a:endParaRPr lang="pl-PL" dirty="0"/>
          </a:p>
          <a:p>
            <a:pPr marL="0" indent="0">
              <a:buNone/>
            </a:pPr>
            <a:endParaRPr lang="pl-PL" dirty="0"/>
          </a:p>
          <a:p>
            <a:endParaRPr lang="pl-PL" dirty="0"/>
          </a:p>
          <a:p>
            <a:endParaRPr lang="pl-PL" dirty="0"/>
          </a:p>
        </p:txBody>
      </p:sp>
    </p:spTree>
    <p:extLst>
      <p:ext uri="{BB962C8B-B14F-4D97-AF65-F5344CB8AC3E}">
        <p14:creationId xmlns:p14="http://schemas.microsoft.com/office/powerpoint/2010/main" val="14244205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AA041F-3B68-7ACC-1D78-3BC02D87C535}"/>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C536B95D-24E0-A22F-D3E6-93D0BE4A2C3A}"/>
              </a:ext>
            </a:extLst>
          </p:cNvPr>
          <p:cNvSpPr>
            <a:spLocks noGrp="1"/>
          </p:cNvSpPr>
          <p:nvPr>
            <p:ph type="title"/>
          </p:nvPr>
        </p:nvSpPr>
        <p:spPr>
          <a:xfrm>
            <a:off x="143435" y="367554"/>
            <a:ext cx="11905130" cy="995082"/>
          </a:xfrm>
        </p:spPr>
        <p:txBody>
          <a:bodyPr>
            <a:normAutofit/>
          </a:bodyPr>
          <a:lstStyle/>
          <a:p>
            <a:r>
              <a:rPr lang="pl-PL" dirty="0"/>
              <a:t>Generacja Pomieszczenia</a:t>
            </a:r>
          </a:p>
        </p:txBody>
      </p:sp>
      <p:sp>
        <p:nvSpPr>
          <p:cNvPr id="3" name="Symbol zastępczy zawartości 2">
            <a:extLst>
              <a:ext uri="{FF2B5EF4-FFF2-40B4-BE49-F238E27FC236}">
                <a16:creationId xmlns:a16="http://schemas.microsoft.com/office/drawing/2014/main" id="{E3DC18FE-869F-007F-A041-AA1CE3A9ED9D}"/>
              </a:ext>
            </a:extLst>
          </p:cNvPr>
          <p:cNvSpPr>
            <a:spLocks noGrp="1"/>
          </p:cNvSpPr>
          <p:nvPr>
            <p:ph idx="1"/>
          </p:nvPr>
        </p:nvSpPr>
        <p:spPr>
          <a:xfrm>
            <a:off x="143434" y="1362637"/>
            <a:ext cx="11905129" cy="5307104"/>
          </a:xfrm>
        </p:spPr>
        <p:txBody>
          <a:bodyPr/>
          <a:lstStyle/>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p:txBody>
      </p:sp>
    </p:spTree>
    <p:extLst>
      <p:ext uri="{BB962C8B-B14F-4D97-AF65-F5344CB8AC3E}">
        <p14:creationId xmlns:p14="http://schemas.microsoft.com/office/powerpoint/2010/main" val="122246287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50911E-E0E7-EF43-E309-ACDF7D7FD92D}"/>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E8ED127B-AD6D-C9C6-F7F0-4A76E95155A0}"/>
              </a:ext>
            </a:extLst>
          </p:cNvPr>
          <p:cNvSpPr>
            <a:spLocks noGrp="1"/>
          </p:cNvSpPr>
          <p:nvPr>
            <p:ph type="title"/>
          </p:nvPr>
        </p:nvSpPr>
        <p:spPr>
          <a:xfrm>
            <a:off x="143435" y="367554"/>
            <a:ext cx="11905130" cy="995082"/>
          </a:xfrm>
        </p:spPr>
        <p:txBody>
          <a:bodyPr>
            <a:normAutofit/>
          </a:bodyPr>
          <a:lstStyle/>
          <a:p>
            <a:r>
              <a:rPr lang="pl-PL" dirty="0"/>
              <a:t>Tablet</a:t>
            </a:r>
          </a:p>
        </p:txBody>
      </p:sp>
      <p:sp>
        <p:nvSpPr>
          <p:cNvPr id="3" name="Symbol zastępczy zawartości 2">
            <a:extLst>
              <a:ext uri="{FF2B5EF4-FFF2-40B4-BE49-F238E27FC236}">
                <a16:creationId xmlns:a16="http://schemas.microsoft.com/office/drawing/2014/main" id="{C5BB6030-4126-2214-1019-37021E5A65AF}"/>
              </a:ext>
            </a:extLst>
          </p:cNvPr>
          <p:cNvSpPr>
            <a:spLocks noGrp="1"/>
          </p:cNvSpPr>
          <p:nvPr>
            <p:ph idx="1"/>
          </p:nvPr>
        </p:nvSpPr>
        <p:spPr>
          <a:xfrm>
            <a:off x="143434" y="1362637"/>
            <a:ext cx="11905129" cy="5307104"/>
          </a:xfrm>
        </p:spPr>
        <p:txBody>
          <a:bodyPr/>
          <a:lstStyle/>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p:txBody>
      </p:sp>
    </p:spTree>
    <p:extLst>
      <p:ext uri="{BB962C8B-B14F-4D97-AF65-F5344CB8AC3E}">
        <p14:creationId xmlns:p14="http://schemas.microsoft.com/office/powerpoint/2010/main" val="37512412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DFB05C-8B88-A0E8-5A83-083B979E1EB7}"/>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81960820-2062-6601-9318-8725A7015756}"/>
              </a:ext>
            </a:extLst>
          </p:cNvPr>
          <p:cNvSpPr>
            <a:spLocks noGrp="1"/>
          </p:cNvSpPr>
          <p:nvPr>
            <p:ph type="title"/>
          </p:nvPr>
        </p:nvSpPr>
        <p:spPr>
          <a:xfrm>
            <a:off x="143435" y="367554"/>
            <a:ext cx="11905130" cy="995082"/>
          </a:xfrm>
        </p:spPr>
        <p:txBody>
          <a:bodyPr>
            <a:normAutofit/>
          </a:bodyPr>
          <a:lstStyle/>
          <a:p>
            <a:r>
              <a:rPr lang="pl-PL" dirty="0"/>
              <a:t>Tworzenie przedmiotów</a:t>
            </a:r>
          </a:p>
        </p:txBody>
      </p:sp>
      <p:sp>
        <p:nvSpPr>
          <p:cNvPr id="3" name="Symbol zastępczy zawartości 2">
            <a:extLst>
              <a:ext uri="{FF2B5EF4-FFF2-40B4-BE49-F238E27FC236}">
                <a16:creationId xmlns:a16="http://schemas.microsoft.com/office/drawing/2014/main" id="{456EBFDA-A13A-B307-3AA6-DD00420FFE77}"/>
              </a:ext>
            </a:extLst>
          </p:cNvPr>
          <p:cNvSpPr>
            <a:spLocks noGrp="1"/>
          </p:cNvSpPr>
          <p:nvPr>
            <p:ph idx="1"/>
          </p:nvPr>
        </p:nvSpPr>
        <p:spPr>
          <a:xfrm>
            <a:off x="143434" y="1362637"/>
            <a:ext cx="11905129" cy="5307104"/>
          </a:xfrm>
        </p:spPr>
        <p:txBody>
          <a:bodyPr/>
          <a:lstStyle/>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p:txBody>
      </p:sp>
    </p:spTree>
    <p:extLst>
      <p:ext uri="{BB962C8B-B14F-4D97-AF65-F5344CB8AC3E}">
        <p14:creationId xmlns:p14="http://schemas.microsoft.com/office/powerpoint/2010/main" val="38654852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432F2A-4009-B66D-7FB5-31559E0AE0F7}"/>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A8E4E4B9-5E68-8EE5-1DF8-9E82B8527AEF}"/>
              </a:ext>
            </a:extLst>
          </p:cNvPr>
          <p:cNvSpPr>
            <a:spLocks noGrp="1"/>
          </p:cNvSpPr>
          <p:nvPr>
            <p:ph type="title"/>
          </p:nvPr>
        </p:nvSpPr>
        <p:spPr>
          <a:xfrm>
            <a:off x="143435" y="367554"/>
            <a:ext cx="11905130" cy="995082"/>
          </a:xfrm>
        </p:spPr>
        <p:txBody>
          <a:bodyPr>
            <a:normAutofit/>
          </a:bodyPr>
          <a:lstStyle/>
          <a:p>
            <a:r>
              <a:rPr lang="pl-PL" dirty="0"/>
              <a:t>Interakcja z przedmiotami</a:t>
            </a:r>
          </a:p>
        </p:txBody>
      </p:sp>
      <p:sp>
        <p:nvSpPr>
          <p:cNvPr id="3" name="Symbol zastępczy zawartości 2">
            <a:extLst>
              <a:ext uri="{FF2B5EF4-FFF2-40B4-BE49-F238E27FC236}">
                <a16:creationId xmlns:a16="http://schemas.microsoft.com/office/drawing/2014/main" id="{0C81E2E9-A1E2-3787-B88D-4E0A6192A2C7}"/>
              </a:ext>
            </a:extLst>
          </p:cNvPr>
          <p:cNvSpPr>
            <a:spLocks noGrp="1"/>
          </p:cNvSpPr>
          <p:nvPr>
            <p:ph idx="1"/>
          </p:nvPr>
        </p:nvSpPr>
        <p:spPr>
          <a:xfrm>
            <a:off x="143434" y="1362637"/>
            <a:ext cx="11905129" cy="5307104"/>
          </a:xfrm>
        </p:spPr>
        <p:txBody>
          <a:bodyPr/>
          <a:lstStyle/>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p:txBody>
      </p:sp>
    </p:spTree>
    <p:extLst>
      <p:ext uri="{BB962C8B-B14F-4D97-AF65-F5344CB8AC3E}">
        <p14:creationId xmlns:p14="http://schemas.microsoft.com/office/powerpoint/2010/main" val="414061561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34B670-7A59-F936-F5D4-75ACA00BF4A7}"/>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A4E040E7-EA21-DC9F-064F-AE717ABEA25E}"/>
              </a:ext>
            </a:extLst>
          </p:cNvPr>
          <p:cNvSpPr>
            <a:spLocks noGrp="1"/>
          </p:cNvSpPr>
          <p:nvPr>
            <p:ph type="title"/>
          </p:nvPr>
        </p:nvSpPr>
        <p:spPr>
          <a:xfrm>
            <a:off x="143435" y="367554"/>
            <a:ext cx="11905130" cy="995082"/>
          </a:xfrm>
        </p:spPr>
        <p:txBody>
          <a:bodyPr>
            <a:normAutofit/>
          </a:bodyPr>
          <a:lstStyle/>
          <a:p>
            <a:r>
              <a:rPr lang="pl-PL" dirty="0"/>
              <a:t>Zmiana wyglądu i koloru ścian</a:t>
            </a:r>
          </a:p>
        </p:txBody>
      </p:sp>
      <p:sp>
        <p:nvSpPr>
          <p:cNvPr id="3" name="Symbol zastępczy zawartości 2">
            <a:extLst>
              <a:ext uri="{FF2B5EF4-FFF2-40B4-BE49-F238E27FC236}">
                <a16:creationId xmlns:a16="http://schemas.microsoft.com/office/drawing/2014/main" id="{866EB9B4-4311-AB1E-3C3B-0A125625876C}"/>
              </a:ext>
            </a:extLst>
          </p:cNvPr>
          <p:cNvSpPr>
            <a:spLocks noGrp="1"/>
          </p:cNvSpPr>
          <p:nvPr>
            <p:ph idx="1"/>
          </p:nvPr>
        </p:nvSpPr>
        <p:spPr>
          <a:xfrm>
            <a:off x="143434" y="1362637"/>
            <a:ext cx="11905129" cy="5307104"/>
          </a:xfrm>
        </p:spPr>
        <p:txBody>
          <a:bodyPr/>
          <a:lstStyle/>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p:txBody>
      </p:sp>
    </p:spTree>
    <p:extLst>
      <p:ext uri="{BB962C8B-B14F-4D97-AF65-F5344CB8AC3E}">
        <p14:creationId xmlns:p14="http://schemas.microsoft.com/office/powerpoint/2010/main" val="14004300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66F590-C65D-C1CF-1DD6-56EF3BE64AC5}"/>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5FBB3207-A47E-9EE6-D2AA-6A55D22BDE97}"/>
              </a:ext>
            </a:extLst>
          </p:cNvPr>
          <p:cNvSpPr>
            <a:spLocks noGrp="1"/>
          </p:cNvSpPr>
          <p:nvPr>
            <p:ph type="title"/>
          </p:nvPr>
        </p:nvSpPr>
        <p:spPr>
          <a:xfrm>
            <a:off x="143435" y="367554"/>
            <a:ext cx="11905130" cy="995082"/>
          </a:xfrm>
        </p:spPr>
        <p:txBody>
          <a:bodyPr>
            <a:normAutofit/>
          </a:bodyPr>
          <a:lstStyle/>
          <a:p>
            <a:r>
              <a:rPr lang="pl-PL" dirty="0"/>
              <a:t>Zmiana wyglądu i koloru ścian</a:t>
            </a:r>
          </a:p>
        </p:txBody>
      </p:sp>
      <p:sp>
        <p:nvSpPr>
          <p:cNvPr id="3" name="Symbol zastępczy zawartości 2">
            <a:extLst>
              <a:ext uri="{FF2B5EF4-FFF2-40B4-BE49-F238E27FC236}">
                <a16:creationId xmlns:a16="http://schemas.microsoft.com/office/drawing/2014/main" id="{1BD73DA4-AF9A-9B28-B2A4-C3B900191593}"/>
              </a:ext>
            </a:extLst>
          </p:cNvPr>
          <p:cNvSpPr>
            <a:spLocks noGrp="1"/>
          </p:cNvSpPr>
          <p:nvPr>
            <p:ph idx="1"/>
          </p:nvPr>
        </p:nvSpPr>
        <p:spPr>
          <a:xfrm>
            <a:off x="143434" y="1362637"/>
            <a:ext cx="11905129" cy="5307104"/>
          </a:xfrm>
        </p:spPr>
        <p:txBody>
          <a:bodyPr/>
          <a:lstStyle/>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p:txBody>
      </p:sp>
    </p:spTree>
    <p:extLst>
      <p:ext uri="{BB962C8B-B14F-4D97-AF65-F5344CB8AC3E}">
        <p14:creationId xmlns:p14="http://schemas.microsoft.com/office/powerpoint/2010/main" val="84265008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B51DDD-1597-6C38-166B-09205BA567F4}"/>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8591E687-2FF5-8160-92DA-2E0D6FC27383}"/>
              </a:ext>
            </a:extLst>
          </p:cNvPr>
          <p:cNvSpPr>
            <a:spLocks noGrp="1"/>
          </p:cNvSpPr>
          <p:nvPr>
            <p:ph type="title"/>
          </p:nvPr>
        </p:nvSpPr>
        <p:spPr>
          <a:xfrm>
            <a:off x="143435" y="367554"/>
            <a:ext cx="11905130" cy="995082"/>
          </a:xfrm>
        </p:spPr>
        <p:txBody>
          <a:bodyPr>
            <a:normAutofit/>
          </a:bodyPr>
          <a:lstStyle/>
          <a:p>
            <a:r>
              <a:rPr lang="pl-PL" dirty="0"/>
              <a:t>Obiekty stałe</a:t>
            </a:r>
          </a:p>
        </p:txBody>
      </p:sp>
      <p:sp>
        <p:nvSpPr>
          <p:cNvPr id="3" name="Symbol zastępczy zawartości 2">
            <a:extLst>
              <a:ext uri="{FF2B5EF4-FFF2-40B4-BE49-F238E27FC236}">
                <a16:creationId xmlns:a16="http://schemas.microsoft.com/office/drawing/2014/main" id="{003976B0-51BE-1750-6FF0-FA734ABD1AEB}"/>
              </a:ext>
            </a:extLst>
          </p:cNvPr>
          <p:cNvSpPr>
            <a:spLocks noGrp="1"/>
          </p:cNvSpPr>
          <p:nvPr>
            <p:ph idx="1"/>
          </p:nvPr>
        </p:nvSpPr>
        <p:spPr>
          <a:xfrm>
            <a:off x="143434" y="1362637"/>
            <a:ext cx="11905129" cy="5307104"/>
          </a:xfrm>
        </p:spPr>
        <p:txBody>
          <a:bodyPr/>
          <a:lstStyle/>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p:txBody>
      </p:sp>
    </p:spTree>
    <p:extLst>
      <p:ext uri="{BB962C8B-B14F-4D97-AF65-F5344CB8AC3E}">
        <p14:creationId xmlns:p14="http://schemas.microsoft.com/office/powerpoint/2010/main" val="7588949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356926-C810-97BF-C306-FEF832B9A8BB}"/>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6B8483EB-9952-4746-CF66-BBD21DEE1ED9}"/>
              </a:ext>
            </a:extLst>
          </p:cNvPr>
          <p:cNvSpPr>
            <a:spLocks noGrp="1"/>
          </p:cNvSpPr>
          <p:nvPr>
            <p:ph type="title"/>
          </p:nvPr>
        </p:nvSpPr>
        <p:spPr>
          <a:xfrm>
            <a:off x="143435" y="367554"/>
            <a:ext cx="11905130" cy="995082"/>
          </a:xfrm>
        </p:spPr>
        <p:txBody>
          <a:bodyPr>
            <a:normAutofit/>
          </a:bodyPr>
          <a:lstStyle/>
          <a:p>
            <a:r>
              <a:rPr lang="pl-PL" dirty="0"/>
              <a:t>Dodatkowe ściany</a:t>
            </a:r>
          </a:p>
        </p:txBody>
      </p:sp>
      <p:sp>
        <p:nvSpPr>
          <p:cNvPr id="3" name="Symbol zastępczy zawartości 2">
            <a:extLst>
              <a:ext uri="{FF2B5EF4-FFF2-40B4-BE49-F238E27FC236}">
                <a16:creationId xmlns:a16="http://schemas.microsoft.com/office/drawing/2014/main" id="{C392D018-B3F3-5BE0-495B-BF23D4EE7459}"/>
              </a:ext>
            </a:extLst>
          </p:cNvPr>
          <p:cNvSpPr>
            <a:spLocks noGrp="1"/>
          </p:cNvSpPr>
          <p:nvPr>
            <p:ph idx="1"/>
          </p:nvPr>
        </p:nvSpPr>
        <p:spPr>
          <a:xfrm>
            <a:off x="143434" y="1362637"/>
            <a:ext cx="11905129" cy="5307104"/>
          </a:xfrm>
        </p:spPr>
        <p:txBody>
          <a:bodyPr/>
          <a:lstStyle/>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p:txBody>
      </p:sp>
    </p:spTree>
    <p:extLst>
      <p:ext uri="{BB962C8B-B14F-4D97-AF65-F5344CB8AC3E}">
        <p14:creationId xmlns:p14="http://schemas.microsoft.com/office/powerpoint/2010/main" val="227722509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D0AB7F-0069-FDB5-26E7-693E13ACD3CF}"/>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F16E610F-F4B0-9977-B875-B9F774F7C793}"/>
              </a:ext>
            </a:extLst>
          </p:cNvPr>
          <p:cNvSpPr>
            <a:spLocks noGrp="1"/>
          </p:cNvSpPr>
          <p:nvPr>
            <p:ph type="title"/>
          </p:nvPr>
        </p:nvSpPr>
        <p:spPr>
          <a:xfrm>
            <a:off x="143435" y="367554"/>
            <a:ext cx="11905130" cy="995082"/>
          </a:xfrm>
        </p:spPr>
        <p:txBody>
          <a:bodyPr>
            <a:normAutofit/>
          </a:bodyPr>
          <a:lstStyle/>
          <a:p>
            <a:r>
              <a:rPr lang="pl-PL" dirty="0"/>
              <a:t>Wykorzystane technologie</a:t>
            </a:r>
          </a:p>
        </p:txBody>
      </p:sp>
      <p:sp>
        <p:nvSpPr>
          <p:cNvPr id="3" name="Symbol zastępczy zawartości 2">
            <a:extLst>
              <a:ext uri="{FF2B5EF4-FFF2-40B4-BE49-F238E27FC236}">
                <a16:creationId xmlns:a16="http://schemas.microsoft.com/office/drawing/2014/main" id="{409C9A07-7A8F-825F-8CFB-ABEB9FDD0A67}"/>
              </a:ext>
            </a:extLst>
          </p:cNvPr>
          <p:cNvSpPr>
            <a:spLocks noGrp="1"/>
          </p:cNvSpPr>
          <p:nvPr>
            <p:ph idx="1"/>
          </p:nvPr>
        </p:nvSpPr>
        <p:spPr>
          <a:xfrm>
            <a:off x="143434" y="1362637"/>
            <a:ext cx="11905129" cy="5307104"/>
          </a:xfrm>
        </p:spPr>
        <p:txBody>
          <a:bodyPr/>
          <a:lstStyle/>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p:txBody>
      </p:sp>
    </p:spTree>
    <p:extLst>
      <p:ext uri="{BB962C8B-B14F-4D97-AF65-F5344CB8AC3E}">
        <p14:creationId xmlns:p14="http://schemas.microsoft.com/office/powerpoint/2010/main" val="1634903737"/>
      </p:ext>
    </p:extLst>
  </p:cSld>
  <p:clrMapOvr>
    <a:masterClrMapping/>
  </p:clrMapOvr>
</p:sld>
</file>

<file path=ppt/theme/theme1.xml><?xml version="1.0" encoding="utf-8"?>
<a:theme xmlns:a="http://schemas.openxmlformats.org/drawingml/2006/main" name="Widok">
  <a:themeElements>
    <a:clrScheme name="Widok">
      <a:dk1>
        <a:srgbClr val="000000"/>
      </a:dk1>
      <a:lt1>
        <a:srgbClr val="FFFFFF"/>
      </a:lt1>
      <a:dk2>
        <a:srgbClr val="46464A"/>
      </a:dk2>
      <a:lt2>
        <a:srgbClr val="D6D3CC"/>
      </a:lt2>
      <a:accent1>
        <a:srgbClr val="6F6F74"/>
      </a:accent1>
      <a:accent2>
        <a:srgbClr val="92A9B9"/>
      </a:accent2>
      <a:accent3>
        <a:srgbClr val="A7B789"/>
      </a:accent3>
      <a:accent4>
        <a:srgbClr val="B9A489"/>
      </a:accent4>
      <a:accent5>
        <a:srgbClr val="8D6374"/>
      </a:accent5>
      <a:accent6>
        <a:srgbClr val="9B7362"/>
      </a:accent6>
      <a:hlink>
        <a:srgbClr val="67AABF"/>
      </a:hlink>
      <a:folHlink>
        <a:srgbClr val="ABAFA5"/>
      </a:folHlink>
    </a:clrScheme>
    <a:fontScheme name="Widok">
      <a:maj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Widok">
      <a:fillStyleLst>
        <a:solidFill>
          <a:schemeClr val="phClr"/>
        </a:solidFill>
        <a:solidFill>
          <a:schemeClr val="phClr">
            <a:tint val="60000"/>
            <a:satMod val="120000"/>
          </a:schemeClr>
        </a:solidFill>
        <a:solidFill>
          <a:schemeClr val="phClr">
            <a:shade val="75000"/>
            <a:satMod val="160000"/>
          </a:schemeClr>
        </a:solidFill>
      </a:fillStyleLst>
      <a:lnStyleLst>
        <a:ln w="9525" cap="flat" cmpd="sng" algn="ctr">
          <a:solidFill>
            <a:schemeClr val="phClr"/>
          </a:solidFill>
          <a:prstDash val="solid"/>
        </a:ln>
        <a:ln w="13970" cap="flat" cmpd="sng" algn="ctr">
          <a:solidFill>
            <a:schemeClr val="phClr"/>
          </a:solidFill>
          <a:prstDash val="solid"/>
        </a:ln>
        <a:ln w="17145" cap="flat" cmpd="sng" algn="ctr">
          <a:solidFill>
            <a:schemeClr val="phClr">
              <a:shade val="95000"/>
              <a:alpha val="95000"/>
              <a:satMod val="150000"/>
            </a:schemeClr>
          </a:solidFill>
          <a:prstDash val="solid"/>
        </a:ln>
      </a:lnStyleLst>
      <a:effectStyleLst>
        <a:effectStyle>
          <a:effectLst/>
        </a:effectStyle>
        <a:effectStyle>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phClr">
                <a:shade val="35000"/>
                <a:satMod val="130000"/>
              </a:schemeClr>
            </a:contourClr>
          </a:sp3d>
        </a:effectStyle>
        <a:effectStyle>
          <a:effectLst>
            <a:outerShdw blurRad="76200" dist="25400" dir="5400000" algn="tl" rotWithShape="0">
              <a:srgbClr val="000000">
                <a:alpha val="55000"/>
              </a:srgbClr>
            </a:outerShdw>
          </a:effectLst>
          <a:scene3d>
            <a:camera prst="orthographicFront">
              <a:rot lat="0" lon="0" rev="0"/>
            </a:camera>
            <a:lightRig rig="brightRoom" dir="tl"/>
          </a:scene3d>
          <a:sp3d contourW="19050" prstMaterial="flat">
            <a:bevelT w="0" h="0" prst="coolSlant"/>
            <a:contourClr>
              <a:schemeClr val="phClr">
                <a:shade val="25000"/>
                <a:satMod val="140000"/>
              </a:schemeClr>
            </a:contourClr>
          </a:sp3d>
        </a:effectStyle>
      </a:effectStyleLst>
      <a:bgFillStyleLst>
        <a:solidFill>
          <a:schemeClr val="phClr"/>
        </a:solidFill>
        <a:solidFill>
          <a:schemeClr val="phClr">
            <a:tint val="95000"/>
            <a:satMod val="170000"/>
          </a:schemeClr>
        </a:solidFill>
        <a:gradFill rotWithShape="1">
          <a:gsLst>
            <a:gs pos="0">
              <a:schemeClr val="phClr">
                <a:tint val="94000"/>
                <a:shade val="98000"/>
                <a:satMod val="130000"/>
                <a:lumMod val="102000"/>
              </a:schemeClr>
            </a:gs>
            <a:gs pos="100000">
              <a:schemeClr val="phClr">
                <a:tint val="98000"/>
                <a:shade val="78000"/>
                <a:satMod val="140000"/>
              </a:schemeClr>
            </a:gs>
          </a:gsLst>
          <a:path path="circle">
            <a:fillToRect l="100000" t="100000" r="100000" b="100000"/>
          </a:path>
        </a:gradFill>
      </a:bgFillStyleLst>
    </a:fmtScheme>
  </a:themeElements>
  <a:objectDefaults/>
  <a:extraClrSchemeLst/>
  <a:extLst>
    <a:ext uri="{05A4C25C-085E-4340-85A3-A5531E510DB2}">
      <thm15:themeFamily xmlns:thm15="http://schemas.microsoft.com/office/thememl/2012/main" name="View" id="{BA0EB5A6-F2D4-4F82-977B-64ADEE4A2A69}" vid="{3969A8A2-35DB-4E3B-8885-16FD20568674}"/>
    </a:ext>
  </a:extLst>
</a:theme>
</file>

<file path=docProps/app.xml><?xml version="1.0" encoding="utf-8"?>
<Properties xmlns="http://schemas.openxmlformats.org/officeDocument/2006/extended-properties" xmlns:vt="http://schemas.openxmlformats.org/officeDocument/2006/docPropsVTypes">
  <Template>TM03457515[[fn=Widok]]</Template>
  <TotalTime>176</TotalTime>
  <Words>670</Words>
  <Application>Microsoft Office PowerPoint</Application>
  <PresentationFormat>Panoramiczny</PresentationFormat>
  <Paragraphs>201</Paragraphs>
  <Slides>14</Slides>
  <Notes>0</Notes>
  <HiddenSlides>0</HiddenSlides>
  <MMClips>0</MMClips>
  <ScaleCrop>false</ScaleCrop>
  <HeadingPairs>
    <vt:vector size="6" baseType="variant">
      <vt:variant>
        <vt:lpstr>Używane czcionki</vt:lpstr>
      </vt:variant>
      <vt:variant>
        <vt:i4>3</vt:i4>
      </vt:variant>
      <vt:variant>
        <vt:lpstr>Motyw</vt:lpstr>
      </vt:variant>
      <vt:variant>
        <vt:i4>1</vt:i4>
      </vt:variant>
      <vt:variant>
        <vt:lpstr>Tytuły slajdów</vt:lpstr>
      </vt:variant>
      <vt:variant>
        <vt:i4>14</vt:i4>
      </vt:variant>
    </vt:vector>
  </HeadingPairs>
  <TitlesOfParts>
    <vt:vector size="18" baseType="lpstr">
      <vt:lpstr>Arial</vt:lpstr>
      <vt:lpstr>Century Schoolbook</vt:lpstr>
      <vt:lpstr>Wingdings 2</vt:lpstr>
      <vt:lpstr>Widok</vt:lpstr>
      <vt:lpstr>System dekoracji wnętrz z wykorzystaniem technologii wirtualnej rzeczywistości (VR)</vt:lpstr>
      <vt:lpstr>Wstęp – Dekoracja Wnętrz</vt:lpstr>
      <vt:lpstr>Wstęp – Wirtualna Rzeczywistość</vt:lpstr>
      <vt:lpstr>Cel pracy</vt:lpstr>
      <vt:lpstr>Implementacja Wirtualnej Rzeczywistości</vt:lpstr>
      <vt:lpstr>Generacja Pomieszczenia</vt:lpstr>
      <vt:lpstr>Tablet</vt:lpstr>
      <vt:lpstr>Tworzenie przedmiotów</vt:lpstr>
      <vt:lpstr>Interakcja z przedmiotami</vt:lpstr>
      <vt:lpstr>Zmiana wyglądu i koloru ścian</vt:lpstr>
      <vt:lpstr>Zmiana wyglądu i koloru ścian</vt:lpstr>
      <vt:lpstr>Obiekty stałe</vt:lpstr>
      <vt:lpstr>Dodatkowe ściany</vt:lpstr>
      <vt:lpstr>Wykorzystane technologie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GlitchedGuest Computer</dc:creator>
  <cp:lastModifiedBy>GlitchedGuest Computer</cp:lastModifiedBy>
  <cp:revision>24</cp:revision>
  <dcterms:created xsi:type="dcterms:W3CDTF">2025-11-25T14:03:19Z</dcterms:created>
  <dcterms:modified xsi:type="dcterms:W3CDTF">2025-11-30T20:56:59Z</dcterms:modified>
</cp:coreProperties>
</file>